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6"/>
  </p:notesMasterIdLst>
  <p:sldIdLst>
    <p:sldId id="292" r:id="rId2"/>
    <p:sldId id="295" r:id="rId3"/>
    <p:sldId id="297" r:id="rId4"/>
    <p:sldId id="299" r:id="rId5"/>
    <p:sldId id="300" r:id="rId6"/>
    <p:sldId id="301" r:id="rId7"/>
    <p:sldId id="306" r:id="rId8"/>
    <p:sldId id="296" r:id="rId9"/>
    <p:sldId id="307" r:id="rId10"/>
    <p:sldId id="305" r:id="rId11"/>
    <p:sldId id="308" r:id="rId12"/>
    <p:sldId id="303" r:id="rId13"/>
    <p:sldId id="309" r:id="rId14"/>
    <p:sldId id="310" r:id="rId15"/>
  </p:sldIdLst>
  <p:sldSz cx="12192000" cy="6858000"/>
  <p:notesSz cx="6858000" cy="9144000"/>
  <p:embeddedFontLst>
    <p:embeddedFont>
      <p:font typeface="Calibri" panose="020F0502020204030204" pitchFamily="34" charset="0"/>
      <p:regular r:id="rId17"/>
      <p:bold r:id="rId18"/>
      <p:italic r:id="rId19"/>
      <p:boldItalic r:id="rId20"/>
    </p:embeddedFont>
    <p:embeddedFont>
      <p:font typeface="맑은 고딕" panose="020B0503020000020004" pitchFamily="50" charset="-127"/>
      <p:regular r:id="rId21"/>
      <p:bold r:id="rId22"/>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66AC"/>
    <a:srgbClr val="7593B7"/>
    <a:srgbClr val="00377B"/>
    <a:srgbClr val="BCBEC0"/>
    <a:srgbClr val="00377A"/>
    <a:srgbClr val="7EB2E6"/>
    <a:srgbClr val="629DD1"/>
    <a:srgbClr val="C0D8ED"/>
    <a:srgbClr val="E0EBF6"/>
    <a:srgbClr val="0E58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451F6-5F07-4EAD-A500-31999C432077}" v="57" dt="2023-06-11T08:03:20.6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970" autoAdjust="0"/>
  </p:normalViewPr>
  <p:slideViewPr>
    <p:cSldViewPr snapToGrid="0">
      <p:cViewPr varScale="1">
        <p:scale>
          <a:sx n="85" d="100"/>
          <a:sy n="85" d="100"/>
        </p:scale>
        <p:origin x="15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양 승규" userId="26c6f04fe2206057" providerId="LiveId" clId="{FFC451F6-5F07-4EAD-A500-31999C432077}"/>
    <pc:docChg chg="undo custSel addSld delSld modSld sldOrd">
      <pc:chgData name="양 승규" userId="26c6f04fe2206057" providerId="LiveId" clId="{FFC451F6-5F07-4EAD-A500-31999C432077}" dt="2023-06-11T08:03:46.818" v="5466" actId="1076"/>
      <pc:docMkLst>
        <pc:docMk/>
      </pc:docMkLst>
      <pc:sldChg chg="add del setBg">
        <pc:chgData name="양 승규" userId="26c6f04fe2206057" providerId="LiveId" clId="{FFC451F6-5F07-4EAD-A500-31999C432077}" dt="2023-06-11T07:57:58.551" v="5306"/>
        <pc:sldMkLst>
          <pc:docMk/>
          <pc:sldMk cId="941690804" sldId="270"/>
        </pc:sldMkLst>
      </pc:sldChg>
      <pc:sldChg chg="del">
        <pc:chgData name="양 승규" userId="26c6f04fe2206057" providerId="LiveId" clId="{FFC451F6-5F07-4EAD-A500-31999C432077}" dt="2023-06-09T01:31:39.316" v="117" actId="47"/>
        <pc:sldMkLst>
          <pc:docMk/>
          <pc:sldMk cId="3564970154" sldId="286"/>
        </pc:sldMkLst>
      </pc:sldChg>
      <pc:sldChg chg="del">
        <pc:chgData name="양 승규" userId="26c6f04fe2206057" providerId="LiveId" clId="{FFC451F6-5F07-4EAD-A500-31999C432077}" dt="2023-06-09T01:31:40.503" v="118" actId="47"/>
        <pc:sldMkLst>
          <pc:docMk/>
          <pc:sldMk cId="1474005132" sldId="287"/>
        </pc:sldMkLst>
      </pc:sldChg>
      <pc:sldChg chg="delSp modSp mod modNotesTx">
        <pc:chgData name="양 승규" userId="26c6f04fe2206057" providerId="LiveId" clId="{FFC451F6-5F07-4EAD-A500-31999C432077}" dt="2023-06-11T06:46:32.094" v="1599" actId="20577"/>
        <pc:sldMkLst>
          <pc:docMk/>
          <pc:sldMk cId="4029248309" sldId="292"/>
        </pc:sldMkLst>
        <pc:spChg chg="mod">
          <ac:chgData name="양 승규" userId="26c6f04fe2206057" providerId="LiveId" clId="{FFC451F6-5F07-4EAD-A500-31999C432077}" dt="2023-06-09T01:31:16.898" v="103" actId="20577"/>
          <ac:spMkLst>
            <pc:docMk/>
            <pc:sldMk cId="4029248309" sldId="292"/>
            <ac:spMk id="4" creationId="{DE4286B5-0DE3-69EC-ECCB-D37590E5DB1B}"/>
          </ac:spMkLst>
        </pc:spChg>
        <pc:spChg chg="mod">
          <ac:chgData name="양 승규" userId="26c6f04fe2206057" providerId="LiveId" clId="{FFC451F6-5F07-4EAD-A500-31999C432077}" dt="2023-06-09T01:31:04.068" v="50" actId="1076"/>
          <ac:spMkLst>
            <pc:docMk/>
            <pc:sldMk cId="4029248309" sldId="292"/>
            <ac:spMk id="6" creationId="{7194C630-4F4D-A9BA-C693-DBCB184991AE}"/>
          </ac:spMkLst>
        </pc:spChg>
        <pc:spChg chg="mod">
          <ac:chgData name="양 승규" userId="26c6f04fe2206057" providerId="LiveId" clId="{FFC451F6-5F07-4EAD-A500-31999C432077}" dt="2023-06-09T01:31:22.896" v="116" actId="20577"/>
          <ac:spMkLst>
            <pc:docMk/>
            <pc:sldMk cId="4029248309" sldId="292"/>
            <ac:spMk id="8" creationId="{16F4C9E9-E8F0-5439-DF5D-2FFBFC4AB7B7}"/>
          </ac:spMkLst>
        </pc:spChg>
        <pc:picChg chg="del">
          <ac:chgData name="양 승규" userId="26c6f04fe2206057" providerId="LiveId" clId="{FFC451F6-5F07-4EAD-A500-31999C432077}" dt="2023-06-09T01:30:29.896" v="0" actId="478"/>
          <ac:picMkLst>
            <pc:docMk/>
            <pc:sldMk cId="4029248309" sldId="292"/>
            <ac:picMk id="12" creationId="{3A95CE4F-6EDF-123A-0286-C837D63AC72E}"/>
          </ac:picMkLst>
        </pc:picChg>
      </pc:sldChg>
      <pc:sldChg chg="addSp delSp modSp mod modNotesTx">
        <pc:chgData name="양 승규" userId="26c6f04fe2206057" providerId="LiveId" clId="{FFC451F6-5F07-4EAD-A500-31999C432077}" dt="2023-06-11T06:49:05.107" v="1999" actId="20577"/>
        <pc:sldMkLst>
          <pc:docMk/>
          <pc:sldMk cId="3280922063" sldId="295"/>
        </pc:sldMkLst>
        <pc:spChg chg="add mod">
          <ac:chgData name="양 승규" userId="26c6f04fe2206057" providerId="LiveId" clId="{FFC451F6-5F07-4EAD-A500-31999C432077}" dt="2023-06-09T03:45:40.682" v="584" actId="207"/>
          <ac:spMkLst>
            <pc:docMk/>
            <pc:sldMk cId="3280922063" sldId="295"/>
            <ac:spMk id="2" creationId="{31B8DE07-2AF1-4E39-EA7B-F89D43C1090A}"/>
          </ac:spMkLst>
        </pc:spChg>
        <pc:spChg chg="add mod">
          <ac:chgData name="양 승규" userId="26c6f04fe2206057" providerId="LiveId" clId="{FFC451F6-5F07-4EAD-A500-31999C432077}" dt="2023-06-09T03:45:45.031" v="588" actId="20577"/>
          <ac:spMkLst>
            <pc:docMk/>
            <pc:sldMk cId="3280922063" sldId="295"/>
            <ac:spMk id="3" creationId="{D320220F-D278-3092-B592-C0036096B4FE}"/>
          </ac:spMkLst>
        </pc:spChg>
        <pc:spChg chg="add mod">
          <ac:chgData name="양 승규" userId="26c6f04fe2206057" providerId="LiveId" clId="{FFC451F6-5F07-4EAD-A500-31999C432077}" dt="2023-06-09T03:45:40.682" v="584" actId="207"/>
          <ac:spMkLst>
            <pc:docMk/>
            <pc:sldMk cId="3280922063" sldId="295"/>
            <ac:spMk id="4" creationId="{C7301D61-71A4-BFA8-D7F5-6A6424A9F5A4}"/>
          </ac:spMkLst>
        </pc:spChg>
        <pc:spChg chg="add mod">
          <ac:chgData name="양 승규" userId="26c6f04fe2206057" providerId="LiveId" clId="{FFC451F6-5F07-4EAD-A500-31999C432077}" dt="2023-06-09T03:45:50.935" v="599" actId="20577"/>
          <ac:spMkLst>
            <pc:docMk/>
            <pc:sldMk cId="3280922063" sldId="295"/>
            <ac:spMk id="5" creationId="{9EF9A29E-BE75-D50B-33B9-A9B1F1F53CEB}"/>
          </ac:spMkLst>
        </pc:spChg>
        <pc:spChg chg="add mod">
          <ac:chgData name="양 승규" userId="26c6f04fe2206057" providerId="LiveId" clId="{FFC451F6-5F07-4EAD-A500-31999C432077}" dt="2023-06-09T03:45:40.682" v="584" actId="207"/>
          <ac:spMkLst>
            <pc:docMk/>
            <pc:sldMk cId="3280922063" sldId="295"/>
            <ac:spMk id="6" creationId="{10CD9DEC-DE26-4F99-0D04-8B3F2890ACEE}"/>
          </ac:spMkLst>
        </pc:spChg>
        <pc:spChg chg="add mod">
          <ac:chgData name="양 승규" userId="26c6f04fe2206057" providerId="LiveId" clId="{FFC451F6-5F07-4EAD-A500-31999C432077}" dt="2023-06-09T03:45:55.392" v="609" actId="20577"/>
          <ac:spMkLst>
            <pc:docMk/>
            <pc:sldMk cId="3280922063" sldId="295"/>
            <ac:spMk id="7" creationId="{9D35683C-ED0C-C33E-C194-322EA9C2F7C0}"/>
          </ac:spMkLst>
        </pc:spChg>
        <pc:spChg chg="add mod">
          <ac:chgData name="양 승규" userId="26c6f04fe2206057" providerId="LiveId" clId="{FFC451F6-5F07-4EAD-A500-31999C432077}" dt="2023-06-09T03:45:40.682" v="584" actId="207"/>
          <ac:spMkLst>
            <pc:docMk/>
            <pc:sldMk cId="3280922063" sldId="295"/>
            <ac:spMk id="8" creationId="{314FEDA0-A1CA-B166-737B-84F8CB3EA9B9}"/>
          </ac:spMkLst>
        </pc:spChg>
        <pc:spChg chg="add mod">
          <ac:chgData name="양 승규" userId="26c6f04fe2206057" providerId="LiveId" clId="{FFC451F6-5F07-4EAD-A500-31999C432077}" dt="2023-06-09T03:46:20.871" v="645" actId="20577"/>
          <ac:spMkLst>
            <pc:docMk/>
            <pc:sldMk cId="3280922063" sldId="295"/>
            <ac:spMk id="9" creationId="{02B6C79D-F192-2D83-7543-399D3688E71E}"/>
          </ac:spMkLst>
        </pc:spChg>
        <pc:spChg chg="del topLvl">
          <ac:chgData name="양 승규" userId="26c6f04fe2206057" providerId="LiveId" clId="{FFC451F6-5F07-4EAD-A500-31999C432077}" dt="2023-06-09T01:32:24.508" v="140" actId="478"/>
          <ac:spMkLst>
            <pc:docMk/>
            <pc:sldMk cId="3280922063" sldId="295"/>
            <ac:spMk id="10" creationId="{704EAB1B-7392-6EE6-656C-C9DCEA087580}"/>
          </ac:spMkLst>
        </pc:spChg>
        <pc:spChg chg="del mod topLvl">
          <ac:chgData name="양 승규" userId="26c6f04fe2206057" providerId="LiveId" clId="{FFC451F6-5F07-4EAD-A500-31999C432077}" dt="2023-06-09T01:32:25.284" v="141" actId="478"/>
          <ac:spMkLst>
            <pc:docMk/>
            <pc:sldMk cId="3280922063" sldId="295"/>
            <ac:spMk id="12" creationId="{B88A3E3F-9760-BD63-3445-5E2C84ED3A91}"/>
          </ac:spMkLst>
        </pc:spChg>
        <pc:spChg chg="del topLvl">
          <ac:chgData name="양 승규" userId="26c6f04fe2206057" providerId="LiveId" clId="{FFC451F6-5F07-4EAD-A500-31999C432077}" dt="2023-06-09T01:32:27.603" v="145" actId="478"/>
          <ac:spMkLst>
            <pc:docMk/>
            <pc:sldMk cId="3280922063" sldId="295"/>
            <ac:spMk id="14" creationId="{7CC68E73-10BD-C2C9-7B2C-AAFC6550CF6E}"/>
          </ac:spMkLst>
        </pc:spChg>
        <pc:spChg chg="del mod topLvl">
          <ac:chgData name="양 승규" userId="26c6f04fe2206057" providerId="LiveId" clId="{FFC451F6-5F07-4EAD-A500-31999C432077}" dt="2023-06-09T01:32:28.881" v="146" actId="478"/>
          <ac:spMkLst>
            <pc:docMk/>
            <pc:sldMk cId="3280922063" sldId="295"/>
            <ac:spMk id="16" creationId="{0AF209CB-459A-F290-C3E6-717B56A5AB79}"/>
          </ac:spMkLst>
        </pc:spChg>
        <pc:spChg chg="del">
          <ac:chgData name="양 승규" userId="26c6f04fe2206057" providerId="LiveId" clId="{FFC451F6-5F07-4EAD-A500-31999C432077}" dt="2023-06-09T01:32:22.970" v="137" actId="478"/>
          <ac:spMkLst>
            <pc:docMk/>
            <pc:sldMk cId="3280922063" sldId="295"/>
            <ac:spMk id="19" creationId="{5F54D868-7458-270F-D5A1-690FE89B1B20}"/>
          </ac:spMkLst>
        </pc:spChg>
        <pc:spChg chg="del">
          <ac:chgData name="양 승규" userId="26c6f04fe2206057" providerId="LiveId" clId="{FFC451F6-5F07-4EAD-A500-31999C432077}" dt="2023-06-09T01:32:26.298" v="143" actId="478"/>
          <ac:spMkLst>
            <pc:docMk/>
            <pc:sldMk cId="3280922063" sldId="295"/>
            <ac:spMk id="24" creationId="{0E510C61-DA18-8550-D127-DF8FBA671372}"/>
          </ac:spMkLst>
        </pc:spChg>
        <pc:spChg chg="del">
          <ac:chgData name="양 승규" userId="26c6f04fe2206057" providerId="LiveId" clId="{FFC451F6-5F07-4EAD-A500-31999C432077}" dt="2023-06-09T01:32:31.105" v="148" actId="478"/>
          <ac:spMkLst>
            <pc:docMk/>
            <pc:sldMk cId="3280922063" sldId="295"/>
            <ac:spMk id="25" creationId="{F3C73ADE-5C99-7BF5-E836-A8289956BC68}"/>
          </ac:spMkLst>
        </pc:spChg>
        <pc:spChg chg="mod">
          <ac:chgData name="양 승규" userId="26c6f04fe2206057" providerId="LiveId" clId="{FFC451F6-5F07-4EAD-A500-31999C432077}" dt="2023-06-09T03:42:58.743" v="515" actId="20577"/>
          <ac:spMkLst>
            <pc:docMk/>
            <pc:sldMk cId="3280922063" sldId="295"/>
            <ac:spMk id="47" creationId="{3B919959-97EC-7C25-5CFA-2BE4D3C135D9}"/>
          </ac:spMkLst>
        </pc:spChg>
        <pc:grpChg chg="del">
          <ac:chgData name="양 승규" userId="26c6f04fe2206057" providerId="LiveId" clId="{FFC451F6-5F07-4EAD-A500-31999C432077}" dt="2023-06-09T01:32:22.557" v="136" actId="478"/>
          <ac:grpSpMkLst>
            <pc:docMk/>
            <pc:sldMk cId="3280922063" sldId="295"/>
            <ac:grpSpMk id="2" creationId="{68DBFF74-24A0-389E-4D6B-565B8C94C9BB}"/>
          </ac:grpSpMkLst>
        </pc:grpChg>
        <pc:grpChg chg="del">
          <ac:chgData name="양 승규" userId="26c6f04fe2206057" providerId="LiveId" clId="{FFC451F6-5F07-4EAD-A500-31999C432077}" dt="2023-06-09T01:32:24.508" v="140" actId="478"/>
          <ac:grpSpMkLst>
            <pc:docMk/>
            <pc:sldMk cId="3280922063" sldId="295"/>
            <ac:grpSpMk id="9" creationId="{FB279958-A80E-B2AF-B709-365E100D797D}"/>
          </ac:grpSpMkLst>
        </pc:grpChg>
        <pc:grpChg chg="del">
          <ac:chgData name="양 승규" userId="26c6f04fe2206057" providerId="LiveId" clId="{FFC451F6-5F07-4EAD-A500-31999C432077}" dt="2023-06-09T01:32:27.603" v="145" actId="478"/>
          <ac:grpSpMkLst>
            <pc:docMk/>
            <pc:sldMk cId="3280922063" sldId="295"/>
            <ac:grpSpMk id="13" creationId="{61742DCE-26AA-4F69-7EA4-9E3DBED413A8}"/>
          </ac:grpSpMkLst>
        </pc:grpChg>
        <pc:grpChg chg="del">
          <ac:chgData name="양 승규" userId="26c6f04fe2206057" providerId="LiveId" clId="{FFC451F6-5F07-4EAD-A500-31999C432077}" dt="2023-06-09T01:31:42.022" v="119" actId="478"/>
          <ac:grpSpMkLst>
            <pc:docMk/>
            <pc:sldMk cId="3280922063" sldId="295"/>
            <ac:grpSpMk id="53" creationId="{F59A72A9-DD57-F99F-16CA-D0FA176CD013}"/>
          </ac:grpSpMkLst>
        </pc:grpChg>
        <pc:picChg chg="del">
          <ac:chgData name="양 승규" userId="26c6f04fe2206057" providerId="LiveId" clId="{FFC451F6-5F07-4EAD-A500-31999C432077}" dt="2023-06-09T01:31:44.900" v="126" actId="478"/>
          <ac:picMkLst>
            <pc:docMk/>
            <pc:sldMk cId="3280922063" sldId="295"/>
            <ac:picMk id="3" creationId="{00000000-0000-0000-0000-000000000000}"/>
          </ac:picMkLst>
        </pc:picChg>
        <pc:picChg chg="del">
          <ac:chgData name="양 승규" userId="26c6f04fe2206057" providerId="LiveId" clId="{FFC451F6-5F07-4EAD-A500-31999C432077}" dt="2023-06-09T01:31:42.300" v="120" actId="478"/>
          <ac:picMkLst>
            <pc:docMk/>
            <pc:sldMk cId="3280922063" sldId="295"/>
            <ac:picMk id="86" creationId="{859ACC29-1501-C60C-45E3-3A470482CC0D}"/>
          </ac:picMkLst>
        </pc:picChg>
        <pc:picChg chg="del">
          <ac:chgData name="양 승규" userId="26c6f04fe2206057" providerId="LiveId" clId="{FFC451F6-5F07-4EAD-A500-31999C432077}" dt="2023-06-09T01:31:42.787" v="121" actId="478"/>
          <ac:picMkLst>
            <pc:docMk/>
            <pc:sldMk cId="3280922063" sldId="295"/>
            <ac:picMk id="87" creationId="{63D2D32F-B695-D676-08D5-BCB759D221F6}"/>
          </ac:picMkLst>
        </pc:picChg>
        <pc:picChg chg="del">
          <ac:chgData name="양 승규" userId="26c6f04fe2206057" providerId="LiveId" clId="{FFC451F6-5F07-4EAD-A500-31999C432077}" dt="2023-06-09T01:31:43.340" v="123" actId="478"/>
          <ac:picMkLst>
            <pc:docMk/>
            <pc:sldMk cId="3280922063" sldId="295"/>
            <ac:picMk id="88" creationId="{70BEEDA9-70FB-5740-772C-67A8B4054A4E}"/>
          </ac:picMkLst>
        </pc:picChg>
        <pc:picChg chg="del">
          <ac:chgData name="양 승규" userId="26c6f04fe2206057" providerId="LiveId" clId="{FFC451F6-5F07-4EAD-A500-31999C432077}" dt="2023-06-09T01:31:43.083" v="122" actId="478"/>
          <ac:picMkLst>
            <pc:docMk/>
            <pc:sldMk cId="3280922063" sldId="295"/>
            <ac:picMk id="89" creationId="{D898DE07-F828-4C4C-4623-27435DBF418E}"/>
          </ac:picMkLst>
        </pc:picChg>
        <pc:picChg chg="del">
          <ac:chgData name="양 승규" userId="26c6f04fe2206057" providerId="LiveId" clId="{FFC451F6-5F07-4EAD-A500-31999C432077}" dt="2023-06-09T01:31:44.244" v="124" actId="478"/>
          <ac:picMkLst>
            <pc:docMk/>
            <pc:sldMk cId="3280922063" sldId="295"/>
            <ac:picMk id="90" creationId="{0D0A3797-650F-F4EC-CFD4-C8F8681CEB35}"/>
          </ac:picMkLst>
        </pc:picChg>
        <pc:picChg chg="del">
          <ac:chgData name="양 승규" userId="26c6f04fe2206057" providerId="LiveId" clId="{FFC451F6-5F07-4EAD-A500-31999C432077}" dt="2023-06-09T01:31:44.524" v="125" actId="478"/>
          <ac:picMkLst>
            <pc:docMk/>
            <pc:sldMk cId="3280922063" sldId="295"/>
            <ac:picMk id="91" creationId="{4FE3B6FA-FE71-5D98-2696-52CFAFE52DA0}"/>
          </ac:picMkLst>
        </pc:picChg>
        <pc:picChg chg="del">
          <ac:chgData name="양 승규" userId="26c6f04fe2206057" providerId="LiveId" clId="{FFC451F6-5F07-4EAD-A500-31999C432077}" dt="2023-06-09T01:31:45.302" v="127" actId="478"/>
          <ac:picMkLst>
            <pc:docMk/>
            <pc:sldMk cId="3280922063" sldId="295"/>
            <ac:picMk id="92" creationId="{00000000-0000-0000-0000-000000000000}"/>
          </ac:picMkLst>
        </pc:picChg>
        <pc:cxnChg chg="del">
          <ac:chgData name="양 승규" userId="26c6f04fe2206057" providerId="LiveId" clId="{FFC451F6-5F07-4EAD-A500-31999C432077}" dt="2023-06-09T01:32:23.507" v="138" actId="478"/>
          <ac:cxnSpMkLst>
            <pc:docMk/>
            <pc:sldMk cId="3280922063" sldId="295"/>
            <ac:cxnSpMk id="21" creationId="{66104066-EB0E-75E6-9CF5-8DA0081A7F42}"/>
          </ac:cxnSpMkLst>
        </pc:cxnChg>
        <pc:cxnChg chg="del">
          <ac:chgData name="양 승규" userId="26c6f04fe2206057" providerId="LiveId" clId="{FFC451F6-5F07-4EAD-A500-31999C432077}" dt="2023-06-09T01:32:25.946" v="142" actId="478"/>
          <ac:cxnSpMkLst>
            <pc:docMk/>
            <pc:sldMk cId="3280922063" sldId="295"/>
            <ac:cxnSpMk id="22" creationId="{6934CD25-D6FE-3C25-F36B-33B9363C8BEA}"/>
          </ac:cxnSpMkLst>
        </pc:cxnChg>
        <pc:cxnChg chg="del">
          <ac:chgData name="양 승규" userId="26c6f04fe2206057" providerId="LiveId" clId="{FFC451F6-5F07-4EAD-A500-31999C432077}" dt="2023-06-09T01:32:29.241" v="147" actId="478"/>
          <ac:cxnSpMkLst>
            <pc:docMk/>
            <pc:sldMk cId="3280922063" sldId="295"/>
            <ac:cxnSpMk id="23" creationId="{DEC9CF60-C347-554C-F9FE-14FBC2BC74E2}"/>
          </ac:cxnSpMkLst>
        </pc:cxnChg>
        <pc:cxnChg chg="mod">
          <ac:chgData name="양 승규" userId="26c6f04fe2206057" providerId="LiveId" clId="{FFC451F6-5F07-4EAD-A500-31999C432077}" dt="2023-06-09T01:31:42.022" v="119" actId="478"/>
          <ac:cxnSpMkLst>
            <pc:docMk/>
            <pc:sldMk cId="3280922063" sldId="295"/>
            <ac:cxnSpMk id="64" creationId="{AA633449-9DEA-E6E5-DB4D-4F11F1E8FD03}"/>
          </ac:cxnSpMkLst>
        </pc:cxnChg>
        <pc:cxnChg chg="mod">
          <ac:chgData name="양 승규" userId="26c6f04fe2206057" providerId="LiveId" clId="{FFC451F6-5F07-4EAD-A500-31999C432077}" dt="2023-06-09T01:31:42.022" v="119" actId="478"/>
          <ac:cxnSpMkLst>
            <pc:docMk/>
            <pc:sldMk cId="3280922063" sldId="295"/>
            <ac:cxnSpMk id="66" creationId="{A9934504-1A05-64D9-D836-222179FFAF45}"/>
          </ac:cxnSpMkLst>
        </pc:cxnChg>
        <pc:cxnChg chg="mod">
          <ac:chgData name="양 승규" userId="26c6f04fe2206057" providerId="LiveId" clId="{FFC451F6-5F07-4EAD-A500-31999C432077}" dt="2023-06-09T01:31:42.022" v="119" actId="478"/>
          <ac:cxnSpMkLst>
            <pc:docMk/>
            <pc:sldMk cId="3280922063" sldId="295"/>
            <ac:cxnSpMk id="70" creationId="{81D135CA-073F-909B-B4ED-56B7DBF6B127}"/>
          </ac:cxnSpMkLst>
        </pc:cxnChg>
        <pc:cxnChg chg="mod">
          <ac:chgData name="양 승규" userId="26c6f04fe2206057" providerId="LiveId" clId="{FFC451F6-5F07-4EAD-A500-31999C432077}" dt="2023-06-09T01:31:42.022" v="119" actId="478"/>
          <ac:cxnSpMkLst>
            <pc:docMk/>
            <pc:sldMk cId="3280922063" sldId="295"/>
            <ac:cxnSpMk id="73" creationId="{E3234CBB-4A78-049D-1A21-DC63EEA0E5E1}"/>
          </ac:cxnSpMkLst>
        </pc:cxnChg>
        <pc:cxnChg chg="mod">
          <ac:chgData name="양 승규" userId="26c6f04fe2206057" providerId="LiveId" clId="{FFC451F6-5F07-4EAD-A500-31999C432077}" dt="2023-06-09T01:31:42.022" v="119" actId="478"/>
          <ac:cxnSpMkLst>
            <pc:docMk/>
            <pc:sldMk cId="3280922063" sldId="295"/>
            <ac:cxnSpMk id="76" creationId="{FD3E48A2-B409-0493-90B1-FC362617DB8F}"/>
          </ac:cxnSpMkLst>
        </pc:cxnChg>
      </pc:sldChg>
      <pc:sldChg chg="addSp modSp add mod ord modNotesTx">
        <pc:chgData name="양 승규" userId="26c6f04fe2206057" providerId="LiveId" clId="{FFC451F6-5F07-4EAD-A500-31999C432077}" dt="2023-06-11T07:45:07.375" v="4901" actId="20577"/>
        <pc:sldMkLst>
          <pc:docMk/>
          <pc:sldMk cId="3355848309" sldId="296"/>
        </pc:sldMkLst>
        <pc:spChg chg="mod">
          <ac:chgData name="양 승규" userId="26c6f04fe2206057" providerId="LiveId" clId="{FFC451F6-5F07-4EAD-A500-31999C432077}" dt="2023-06-09T03:50:12.070" v="905" actId="20577"/>
          <ac:spMkLst>
            <pc:docMk/>
            <pc:sldMk cId="3355848309" sldId="296"/>
            <ac:spMk id="8" creationId="{DDCDE99F-455C-4C6F-1960-4B44BC355E87}"/>
          </ac:spMkLst>
        </pc:spChg>
        <pc:spChg chg="mod">
          <ac:chgData name="양 승규" userId="26c6f04fe2206057" providerId="LiveId" clId="{FFC451F6-5F07-4EAD-A500-31999C432077}" dt="2023-06-09T03:50:57.609" v="950" actId="20577"/>
          <ac:spMkLst>
            <pc:docMk/>
            <pc:sldMk cId="3355848309" sldId="296"/>
            <ac:spMk id="12" creationId="{B88A3E3F-9760-BD63-3445-5E2C84ED3A91}"/>
          </ac:spMkLst>
        </pc:spChg>
        <pc:spChg chg="mod">
          <ac:chgData name="양 승규" userId="26c6f04fe2206057" providerId="LiveId" clId="{FFC451F6-5F07-4EAD-A500-31999C432077}" dt="2023-06-09T03:50:27.569" v="937" actId="20577"/>
          <ac:spMkLst>
            <pc:docMk/>
            <pc:sldMk cId="3355848309" sldId="296"/>
            <ac:spMk id="16" creationId="{0AF209CB-459A-F290-C3E6-717B56A5AB79}"/>
          </ac:spMkLst>
        </pc:spChg>
        <pc:spChg chg="mod">
          <ac:chgData name="양 승규" userId="26c6f04fe2206057" providerId="LiveId" clId="{FFC451F6-5F07-4EAD-A500-31999C432077}" dt="2023-06-09T03:49:12.400" v="866" actId="20577"/>
          <ac:spMkLst>
            <pc:docMk/>
            <pc:sldMk cId="3355848309" sldId="296"/>
            <ac:spMk id="20" creationId="{0248AE10-53E7-C36F-1031-640C8584ED67}"/>
          </ac:spMkLst>
        </pc:spChg>
        <pc:spChg chg="mod">
          <ac:chgData name="양 승규" userId="26c6f04fe2206057" providerId="LiveId" clId="{FFC451F6-5F07-4EAD-A500-31999C432077}" dt="2023-06-11T07:37:57.615" v="4822" actId="20577"/>
          <ac:spMkLst>
            <pc:docMk/>
            <pc:sldMk cId="3355848309" sldId="296"/>
            <ac:spMk id="25" creationId="{F3C73ADE-5C99-7BF5-E836-A8289956BC68}"/>
          </ac:spMkLst>
        </pc:spChg>
        <pc:spChg chg="mod">
          <ac:chgData name="양 승규" userId="26c6f04fe2206057" providerId="LiveId" clId="{FFC451F6-5F07-4EAD-A500-31999C432077}" dt="2023-06-11T07:45:07.375" v="4901" actId="20577"/>
          <ac:spMkLst>
            <pc:docMk/>
            <pc:sldMk cId="3355848309" sldId="296"/>
            <ac:spMk id="47" creationId="{3B919959-97EC-7C25-5CFA-2BE4D3C135D9}"/>
          </ac:spMkLst>
        </pc:spChg>
        <pc:picChg chg="add mod">
          <ac:chgData name="양 승규" userId="26c6f04fe2206057" providerId="LiveId" clId="{FFC451F6-5F07-4EAD-A500-31999C432077}" dt="2023-06-09T04:35:24.224" v="1092" actId="1036"/>
          <ac:picMkLst>
            <pc:docMk/>
            <pc:sldMk cId="3355848309" sldId="296"/>
            <ac:picMk id="3" creationId="{AA327301-C2DC-03C6-70DD-C2F6E21CA15A}"/>
          </ac:picMkLst>
        </pc:picChg>
        <pc:picChg chg="add mod">
          <ac:chgData name="양 승규" userId="26c6f04fe2206057" providerId="LiveId" clId="{FFC451F6-5F07-4EAD-A500-31999C432077}" dt="2023-06-09T04:35:19.851" v="1090" actId="1036"/>
          <ac:picMkLst>
            <pc:docMk/>
            <pc:sldMk cId="3355848309" sldId="296"/>
            <ac:picMk id="4" creationId="{97FF390E-164A-187F-B0C0-168096507588}"/>
          </ac:picMkLst>
        </pc:picChg>
        <pc:picChg chg="add mod">
          <ac:chgData name="양 승규" userId="26c6f04fe2206057" providerId="LiveId" clId="{FFC451F6-5F07-4EAD-A500-31999C432077}" dt="2023-06-09T04:35:18.759" v="1086" actId="1036"/>
          <ac:picMkLst>
            <pc:docMk/>
            <pc:sldMk cId="3355848309" sldId="296"/>
            <ac:picMk id="5" creationId="{042CA923-0387-BF1F-1AB4-08F29CEE6C3C}"/>
          </ac:picMkLst>
        </pc:picChg>
      </pc:sldChg>
      <pc:sldChg chg="addSp delSp modSp add mod modNotesTx">
        <pc:chgData name="양 승규" userId="26c6f04fe2206057" providerId="LiveId" clId="{FFC451F6-5F07-4EAD-A500-31999C432077}" dt="2023-06-11T06:49:46.563" v="2060" actId="20577"/>
        <pc:sldMkLst>
          <pc:docMk/>
          <pc:sldMk cId="852882517" sldId="297"/>
        </pc:sldMkLst>
        <pc:spChg chg="add del mod">
          <ac:chgData name="양 승규" userId="26c6f04fe2206057" providerId="LiveId" clId="{FFC451F6-5F07-4EAD-A500-31999C432077}" dt="2023-06-09T01:32:40.244" v="165"/>
          <ac:spMkLst>
            <pc:docMk/>
            <pc:sldMk cId="852882517" sldId="297"/>
            <ac:spMk id="2" creationId="{1813CFE3-47D4-5E8F-26C5-018595053C86}"/>
          </ac:spMkLst>
        </pc:spChg>
        <pc:spChg chg="add del mod">
          <ac:chgData name="양 승규" userId="26c6f04fe2206057" providerId="LiveId" clId="{FFC451F6-5F07-4EAD-A500-31999C432077}" dt="2023-06-09T01:32:40.244" v="165"/>
          <ac:spMkLst>
            <pc:docMk/>
            <pc:sldMk cId="852882517" sldId="297"/>
            <ac:spMk id="3" creationId="{49AC7952-E4C1-37C7-B2D9-F05132244441}"/>
          </ac:spMkLst>
        </pc:spChg>
        <pc:spChg chg="add del mod">
          <ac:chgData name="양 승규" userId="26c6f04fe2206057" providerId="LiveId" clId="{FFC451F6-5F07-4EAD-A500-31999C432077}" dt="2023-06-09T01:32:40.244" v="165"/>
          <ac:spMkLst>
            <pc:docMk/>
            <pc:sldMk cId="852882517" sldId="297"/>
            <ac:spMk id="4" creationId="{6525F629-0C61-03A8-1B6E-9E448633C8AC}"/>
          </ac:spMkLst>
        </pc:spChg>
        <pc:spChg chg="add del mod">
          <ac:chgData name="양 승규" userId="26c6f04fe2206057" providerId="LiveId" clId="{FFC451F6-5F07-4EAD-A500-31999C432077}" dt="2023-06-09T01:32:40.244" v="165"/>
          <ac:spMkLst>
            <pc:docMk/>
            <pc:sldMk cId="852882517" sldId="297"/>
            <ac:spMk id="5" creationId="{179293EA-D30A-9D14-36BD-EF2405DF07ED}"/>
          </ac:spMkLst>
        </pc:spChg>
        <pc:spChg chg="add del mod">
          <ac:chgData name="양 승규" userId="26c6f04fe2206057" providerId="LiveId" clId="{FFC451F6-5F07-4EAD-A500-31999C432077}" dt="2023-06-09T01:32:40.244" v="165"/>
          <ac:spMkLst>
            <pc:docMk/>
            <pc:sldMk cId="852882517" sldId="297"/>
            <ac:spMk id="11" creationId="{46C4ED83-FCA6-6CCA-6494-F78CF532E9BF}"/>
          </ac:spMkLst>
        </pc:spChg>
        <pc:spChg chg="add del mod">
          <ac:chgData name="양 승규" userId="26c6f04fe2206057" providerId="LiveId" clId="{FFC451F6-5F07-4EAD-A500-31999C432077}" dt="2023-06-09T01:32:40.244" v="165"/>
          <ac:spMkLst>
            <pc:docMk/>
            <pc:sldMk cId="852882517" sldId="297"/>
            <ac:spMk id="12" creationId="{073830E6-9D2A-375F-6821-20898AC8C734}"/>
          </ac:spMkLst>
        </pc:spChg>
        <pc:spChg chg="add del mod">
          <ac:chgData name="양 승규" userId="26c6f04fe2206057" providerId="LiveId" clId="{FFC451F6-5F07-4EAD-A500-31999C432077}" dt="2023-06-09T01:32:40.244" v="165"/>
          <ac:spMkLst>
            <pc:docMk/>
            <pc:sldMk cId="852882517" sldId="297"/>
            <ac:spMk id="13" creationId="{EB33E301-7C7F-5B08-F70C-8CA17BE0C1A4}"/>
          </ac:spMkLst>
        </pc:spChg>
        <pc:spChg chg="add del mod">
          <ac:chgData name="양 승규" userId="26c6f04fe2206057" providerId="LiveId" clId="{FFC451F6-5F07-4EAD-A500-31999C432077}" dt="2023-06-09T01:32:40.244" v="165"/>
          <ac:spMkLst>
            <pc:docMk/>
            <pc:sldMk cId="852882517" sldId="297"/>
            <ac:spMk id="14" creationId="{38A7DDAE-A009-B036-68CE-4C0081302F11}"/>
          </ac:spMkLst>
        </pc:spChg>
        <pc:spChg chg="add del mod">
          <ac:chgData name="양 승규" userId="26c6f04fe2206057" providerId="LiveId" clId="{FFC451F6-5F07-4EAD-A500-31999C432077}" dt="2023-06-09T01:32:40.244" v="165"/>
          <ac:spMkLst>
            <pc:docMk/>
            <pc:sldMk cId="852882517" sldId="297"/>
            <ac:spMk id="15" creationId="{29816D88-C42B-B9BC-1A84-0A824F8CABDC}"/>
          </ac:spMkLst>
        </pc:spChg>
        <pc:spChg chg="add del mod">
          <ac:chgData name="양 승규" userId="26c6f04fe2206057" providerId="LiveId" clId="{FFC451F6-5F07-4EAD-A500-31999C432077}" dt="2023-06-09T01:32:40.244" v="165"/>
          <ac:spMkLst>
            <pc:docMk/>
            <pc:sldMk cId="852882517" sldId="297"/>
            <ac:spMk id="16" creationId="{22E19FDA-4CBE-B554-B7A7-B8A3179D0E80}"/>
          </ac:spMkLst>
        </pc:spChg>
        <pc:spChg chg="add del mod">
          <ac:chgData name="양 승규" userId="26c6f04fe2206057" providerId="LiveId" clId="{FFC451F6-5F07-4EAD-A500-31999C432077}" dt="2023-06-09T01:32:46.914" v="167"/>
          <ac:spMkLst>
            <pc:docMk/>
            <pc:sldMk cId="852882517" sldId="297"/>
            <ac:spMk id="19" creationId="{F442390A-1704-06E4-A2A6-55AF3E00B555}"/>
          </ac:spMkLst>
        </pc:spChg>
        <pc:spChg chg="add del mod">
          <ac:chgData name="양 승규" userId="26c6f04fe2206057" providerId="LiveId" clId="{FFC451F6-5F07-4EAD-A500-31999C432077}" dt="2023-06-09T01:32:46.914" v="167"/>
          <ac:spMkLst>
            <pc:docMk/>
            <pc:sldMk cId="852882517" sldId="297"/>
            <ac:spMk id="21" creationId="{663BDC40-3731-2B88-2E89-43FF7E6831E2}"/>
          </ac:spMkLst>
        </pc:spChg>
        <pc:spChg chg="add del mod">
          <ac:chgData name="양 승규" userId="26c6f04fe2206057" providerId="LiveId" clId="{FFC451F6-5F07-4EAD-A500-31999C432077}" dt="2023-06-09T01:32:46.914" v="167"/>
          <ac:spMkLst>
            <pc:docMk/>
            <pc:sldMk cId="852882517" sldId="297"/>
            <ac:spMk id="22" creationId="{B0337C50-0EFC-FB97-4921-A1DC87EEDD37}"/>
          </ac:spMkLst>
        </pc:spChg>
        <pc:spChg chg="add del mod">
          <ac:chgData name="양 승규" userId="26c6f04fe2206057" providerId="LiveId" clId="{FFC451F6-5F07-4EAD-A500-31999C432077}" dt="2023-06-09T01:32:46.914" v="167"/>
          <ac:spMkLst>
            <pc:docMk/>
            <pc:sldMk cId="852882517" sldId="297"/>
            <ac:spMk id="23" creationId="{E2CC2166-E16B-83B8-8CED-741BDE7928A4}"/>
          </ac:spMkLst>
        </pc:spChg>
        <pc:spChg chg="add del mod">
          <ac:chgData name="양 승규" userId="26c6f04fe2206057" providerId="LiveId" clId="{FFC451F6-5F07-4EAD-A500-31999C432077}" dt="2023-06-09T01:32:46.914" v="167"/>
          <ac:spMkLst>
            <pc:docMk/>
            <pc:sldMk cId="852882517" sldId="297"/>
            <ac:spMk id="29" creationId="{08B2E272-AEEF-3612-1ECE-72A05F977EA8}"/>
          </ac:spMkLst>
        </pc:spChg>
        <pc:spChg chg="add del mod">
          <ac:chgData name="양 승규" userId="26c6f04fe2206057" providerId="LiveId" clId="{FFC451F6-5F07-4EAD-A500-31999C432077}" dt="2023-06-09T01:32:46.914" v="167"/>
          <ac:spMkLst>
            <pc:docMk/>
            <pc:sldMk cId="852882517" sldId="297"/>
            <ac:spMk id="30" creationId="{E93B310E-2EE6-CBE6-7343-5124F00408AF}"/>
          </ac:spMkLst>
        </pc:spChg>
        <pc:spChg chg="add del mod">
          <ac:chgData name="양 승규" userId="26c6f04fe2206057" providerId="LiveId" clId="{FFC451F6-5F07-4EAD-A500-31999C432077}" dt="2023-06-09T01:32:46.914" v="167"/>
          <ac:spMkLst>
            <pc:docMk/>
            <pc:sldMk cId="852882517" sldId="297"/>
            <ac:spMk id="31" creationId="{7A5F571F-BC3C-ED39-5A4E-742A3DE00B03}"/>
          </ac:spMkLst>
        </pc:spChg>
        <pc:spChg chg="add del mod">
          <ac:chgData name="양 승규" userId="26c6f04fe2206057" providerId="LiveId" clId="{FFC451F6-5F07-4EAD-A500-31999C432077}" dt="2023-06-09T01:32:46.914" v="167"/>
          <ac:spMkLst>
            <pc:docMk/>
            <pc:sldMk cId="852882517" sldId="297"/>
            <ac:spMk id="32" creationId="{B6013FF0-C582-BB41-CFB0-90062EFE0E58}"/>
          </ac:spMkLst>
        </pc:spChg>
        <pc:spChg chg="add del mod">
          <ac:chgData name="양 승규" userId="26c6f04fe2206057" providerId="LiveId" clId="{FFC451F6-5F07-4EAD-A500-31999C432077}" dt="2023-06-09T01:32:46.914" v="167"/>
          <ac:spMkLst>
            <pc:docMk/>
            <pc:sldMk cId="852882517" sldId="297"/>
            <ac:spMk id="33" creationId="{E6BADA74-AE77-6E5F-6A2D-6B7D867AF7F3}"/>
          </ac:spMkLst>
        </pc:spChg>
        <pc:spChg chg="add del mod">
          <ac:chgData name="양 승규" userId="26c6f04fe2206057" providerId="LiveId" clId="{FFC451F6-5F07-4EAD-A500-31999C432077}" dt="2023-06-09T01:32:46.914" v="167"/>
          <ac:spMkLst>
            <pc:docMk/>
            <pc:sldMk cId="852882517" sldId="297"/>
            <ac:spMk id="34" creationId="{DB0D35F2-1583-4BF5-D1E1-DE8310D236D2}"/>
          </ac:spMkLst>
        </pc:spChg>
        <pc:spChg chg="add del mod">
          <ac:chgData name="양 승규" userId="26c6f04fe2206057" providerId="LiveId" clId="{FFC451F6-5F07-4EAD-A500-31999C432077}" dt="2023-06-09T01:33:01.498" v="171"/>
          <ac:spMkLst>
            <pc:docMk/>
            <pc:sldMk cId="852882517" sldId="297"/>
            <ac:spMk id="35" creationId="{E808025A-D45E-DBC8-EA4C-F39C2E9E689A}"/>
          </ac:spMkLst>
        </pc:spChg>
        <pc:spChg chg="add del mod">
          <ac:chgData name="양 승규" userId="26c6f04fe2206057" providerId="LiveId" clId="{FFC451F6-5F07-4EAD-A500-31999C432077}" dt="2023-06-09T01:33:01.498" v="171"/>
          <ac:spMkLst>
            <pc:docMk/>
            <pc:sldMk cId="852882517" sldId="297"/>
            <ac:spMk id="36" creationId="{DEED6C53-98F1-1E29-0FCB-793DFF530339}"/>
          </ac:spMkLst>
        </pc:spChg>
        <pc:spChg chg="add del mod">
          <ac:chgData name="양 승규" userId="26c6f04fe2206057" providerId="LiveId" clId="{FFC451F6-5F07-4EAD-A500-31999C432077}" dt="2023-06-09T01:33:01.498" v="171"/>
          <ac:spMkLst>
            <pc:docMk/>
            <pc:sldMk cId="852882517" sldId="297"/>
            <ac:spMk id="37" creationId="{70F57C23-E1C9-D4EA-4FEB-15B180061007}"/>
          </ac:spMkLst>
        </pc:spChg>
        <pc:spChg chg="add del mod">
          <ac:chgData name="양 승규" userId="26c6f04fe2206057" providerId="LiveId" clId="{FFC451F6-5F07-4EAD-A500-31999C432077}" dt="2023-06-09T01:33:01.498" v="171"/>
          <ac:spMkLst>
            <pc:docMk/>
            <pc:sldMk cId="852882517" sldId="297"/>
            <ac:spMk id="38" creationId="{0B3F5814-1C27-8C80-3449-3B5341B8B241}"/>
          </ac:spMkLst>
        </pc:spChg>
        <pc:spChg chg="add del mod">
          <ac:chgData name="양 승규" userId="26c6f04fe2206057" providerId="LiveId" clId="{FFC451F6-5F07-4EAD-A500-31999C432077}" dt="2023-06-09T01:33:01.498" v="171"/>
          <ac:spMkLst>
            <pc:docMk/>
            <pc:sldMk cId="852882517" sldId="297"/>
            <ac:spMk id="45" creationId="{751E3A9A-F8E2-6EB4-6EDE-CB9D23726C4C}"/>
          </ac:spMkLst>
        </pc:spChg>
        <pc:spChg chg="add del mod">
          <ac:chgData name="양 승규" userId="26c6f04fe2206057" providerId="LiveId" clId="{FFC451F6-5F07-4EAD-A500-31999C432077}" dt="2023-06-09T01:33:01.498" v="171"/>
          <ac:spMkLst>
            <pc:docMk/>
            <pc:sldMk cId="852882517" sldId="297"/>
            <ac:spMk id="46" creationId="{B5229444-DB8C-270D-54EE-E6F9DA7980DE}"/>
          </ac:spMkLst>
        </pc:spChg>
        <pc:spChg chg="mod">
          <ac:chgData name="양 승규" userId="26c6f04fe2206057" providerId="LiveId" clId="{FFC451F6-5F07-4EAD-A500-31999C432077}" dt="2023-06-09T03:43:03.552" v="521" actId="20577"/>
          <ac:spMkLst>
            <pc:docMk/>
            <pc:sldMk cId="852882517" sldId="297"/>
            <ac:spMk id="47" creationId="{3B919959-97EC-7C25-5CFA-2BE4D3C135D9}"/>
          </ac:spMkLst>
        </pc:spChg>
        <pc:spChg chg="add del mod">
          <ac:chgData name="양 승규" userId="26c6f04fe2206057" providerId="LiveId" clId="{FFC451F6-5F07-4EAD-A500-31999C432077}" dt="2023-06-09T01:33:01.498" v="171"/>
          <ac:spMkLst>
            <pc:docMk/>
            <pc:sldMk cId="852882517" sldId="297"/>
            <ac:spMk id="48" creationId="{028B86C2-6BE4-FF4A-7302-2758D82513D7}"/>
          </ac:spMkLst>
        </pc:spChg>
        <pc:spChg chg="add del mod">
          <ac:chgData name="양 승규" userId="26c6f04fe2206057" providerId="LiveId" clId="{FFC451F6-5F07-4EAD-A500-31999C432077}" dt="2023-06-09T01:33:01.498" v="171"/>
          <ac:spMkLst>
            <pc:docMk/>
            <pc:sldMk cId="852882517" sldId="297"/>
            <ac:spMk id="49" creationId="{B59A7B9D-7F02-F76F-0388-85B7B00E0B5B}"/>
          </ac:spMkLst>
        </pc:spChg>
        <pc:spChg chg="add del mod">
          <ac:chgData name="양 승규" userId="26c6f04fe2206057" providerId="LiveId" clId="{FFC451F6-5F07-4EAD-A500-31999C432077}" dt="2023-06-09T01:33:01.498" v="171"/>
          <ac:spMkLst>
            <pc:docMk/>
            <pc:sldMk cId="852882517" sldId="297"/>
            <ac:spMk id="50" creationId="{8C6C1BE9-BB80-3530-D86F-E4E32F61AE9E}"/>
          </ac:spMkLst>
        </pc:spChg>
        <pc:spChg chg="add del mod">
          <ac:chgData name="양 승규" userId="26c6f04fe2206057" providerId="LiveId" clId="{FFC451F6-5F07-4EAD-A500-31999C432077}" dt="2023-06-09T01:33:01.498" v="171"/>
          <ac:spMkLst>
            <pc:docMk/>
            <pc:sldMk cId="852882517" sldId="297"/>
            <ac:spMk id="51" creationId="{DAFBCE4F-0453-6422-FD35-9CE108994833}"/>
          </ac:spMkLst>
        </pc:spChg>
        <pc:spChg chg="add mod">
          <ac:chgData name="양 승규" userId="26c6f04fe2206057" providerId="LiveId" clId="{FFC451F6-5F07-4EAD-A500-31999C432077}" dt="2023-06-09T03:47:46.562" v="728" actId="404"/>
          <ac:spMkLst>
            <pc:docMk/>
            <pc:sldMk cId="852882517" sldId="297"/>
            <ac:spMk id="52" creationId="{A031EA74-301F-FC9B-1179-0A1716A676CB}"/>
          </ac:spMkLst>
        </pc:spChg>
        <pc:spChg chg="add mod">
          <ac:chgData name="양 승규" userId="26c6f04fe2206057" providerId="LiveId" clId="{FFC451F6-5F07-4EAD-A500-31999C432077}" dt="2023-06-09T03:48:43.563" v="849" actId="404"/>
          <ac:spMkLst>
            <pc:docMk/>
            <pc:sldMk cId="852882517" sldId="297"/>
            <ac:spMk id="53" creationId="{44E7A37D-FE19-53F2-7890-2521A3666EC1}"/>
          </ac:spMkLst>
        </pc:spChg>
        <pc:spChg chg="add mod">
          <ac:chgData name="양 승규" userId="26c6f04fe2206057" providerId="LiveId" clId="{FFC451F6-5F07-4EAD-A500-31999C432077}" dt="2023-06-09T03:48:40.666" v="848" actId="404"/>
          <ac:spMkLst>
            <pc:docMk/>
            <pc:sldMk cId="852882517" sldId="297"/>
            <ac:spMk id="54" creationId="{4DDB0ADA-AFE7-D0AA-544E-E403E9768A44}"/>
          </ac:spMkLst>
        </pc:spChg>
        <pc:spChg chg="add mod">
          <ac:chgData name="양 승규" userId="26c6f04fe2206057" providerId="LiveId" clId="{FFC451F6-5F07-4EAD-A500-31999C432077}" dt="2023-06-09T03:48:54.475" v="864" actId="404"/>
          <ac:spMkLst>
            <pc:docMk/>
            <pc:sldMk cId="852882517" sldId="297"/>
            <ac:spMk id="55" creationId="{81921B2E-6028-5709-E940-0284A0EC2358}"/>
          </ac:spMkLst>
        </pc:spChg>
        <pc:spChg chg="add mod">
          <ac:chgData name="양 승규" userId="26c6f04fe2206057" providerId="LiveId" clId="{FFC451F6-5F07-4EAD-A500-31999C432077}" dt="2023-06-09T03:39:24.805" v="254" actId="20577"/>
          <ac:spMkLst>
            <pc:docMk/>
            <pc:sldMk cId="852882517" sldId="297"/>
            <ac:spMk id="62" creationId="{33E53C9A-A0B4-E4E3-DA9D-5C851578B135}"/>
          </ac:spMkLst>
        </pc:spChg>
        <pc:spChg chg="add mod">
          <ac:chgData name="양 승규" userId="26c6f04fe2206057" providerId="LiveId" clId="{FFC451F6-5F07-4EAD-A500-31999C432077}" dt="2023-06-09T03:40:13.632" v="381" actId="20577"/>
          <ac:spMkLst>
            <pc:docMk/>
            <pc:sldMk cId="852882517" sldId="297"/>
            <ac:spMk id="63" creationId="{F35D3F3A-F956-2DDD-D627-C80FC92C5D18}"/>
          </ac:spMkLst>
        </pc:spChg>
        <pc:spChg chg="add mod">
          <ac:chgData name="양 승규" userId="26c6f04fe2206057" providerId="LiveId" clId="{FFC451F6-5F07-4EAD-A500-31999C432077}" dt="2023-06-09T03:40:43.629" v="486" actId="20577"/>
          <ac:spMkLst>
            <pc:docMk/>
            <pc:sldMk cId="852882517" sldId="297"/>
            <ac:spMk id="64" creationId="{0F609F6E-0220-0304-D4F5-443163EB50A2}"/>
          </ac:spMkLst>
        </pc:spChg>
        <pc:spChg chg="add mod">
          <ac:chgData name="양 승규" userId="26c6f04fe2206057" providerId="LiveId" clId="{FFC451F6-5F07-4EAD-A500-31999C432077}" dt="2023-06-09T03:39:53.056" v="332" actId="20577"/>
          <ac:spMkLst>
            <pc:docMk/>
            <pc:sldMk cId="852882517" sldId="297"/>
            <ac:spMk id="65" creationId="{75EC42A8-2214-B901-18B8-B3785EA2B1FB}"/>
          </ac:spMkLst>
        </pc:spChg>
        <pc:spChg chg="add mod">
          <ac:chgData name="양 승규" userId="26c6f04fe2206057" providerId="LiveId" clId="{FFC451F6-5F07-4EAD-A500-31999C432077}" dt="2023-06-09T03:40:28.517" v="445" actId="20577"/>
          <ac:spMkLst>
            <pc:docMk/>
            <pc:sldMk cId="852882517" sldId="297"/>
            <ac:spMk id="66" creationId="{26EABFF8-10BA-F148-C8A6-A2BE53362ED9}"/>
          </ac:spMkLst>
        </pc:spChg>
        <pc:spChg chg="add mod">
          <ac:chgData name="양 승규" userId="26c6f04fe2206057" providerId="LiveId" clId="{FFC451F6-5F07-4EAD-A500-31999C432077}" dt="2023-06-09T03:48:46.435" v="850" actId="404"/>
          <ac:spMkLst>
            <pc:docMk/>
            <pc:sldMk cId="852882517" sldId="297"/>
            <ac:spMk id="67" creationId="{0C6254CB-B57B-0717-8795-ECADD4EFB992}"/>
          </ac:spMkLst>
        </pc:spChg>
        <pc:grpChg chg="add mod">
          <ac:chgData name="양 승규" userId="26c6f04fe2206057" providerId="LiveId" clId="{FFC451F6-5F07-4EAD-A500-31999C432077}" dt="2023-06-09T01:34:27.469" v="242" actId="164"/>
          <ac:grpSpMkLst>
            <pc:docMk/>
            <pc:sldMk cId="852882517" sldId="297"/>
            <ac:grpSpMk id="69" creationId="{463EBD07-7191-CBFF-247D-49FFE83E23DC}"/>
          </ac:grpSpMkLst>
        </pc:grpChg>
        <pc:grpChg chg="add mod">
          <ac:chgData name="양 승규" userId="26c6f04fe2206057" providerId="LiveId" clId="{FFC451F6-5F07-4EAD-A500-31999C432077}" dt="2023-06-09T01:34:53.131" v="247" actId="408"/>
          <ac:grpSpMkLst>
            <pc:docMk/>
            <pc:sldMk cId="852882517" sldId="297"/>
            <ac:grpSpMk id="70" creationId="{867092B9-055D-D743-C737-432538F410EA}"/>
          </ac:grpSpMkLst>
        </pc:grpChg>
        <pc:grpChg chg="add mod">
          <ac:chgData name="양 승규" userId="26c6f04fe2206057" providerId="LiveId" clId="{FFC451F6-5F07-4EAD-A500-31999C432077}" dt="2023-06-09T01:34:53.131" v="247" actId="408"/>
          <ac:grpSpMkLst>
            <pc:docMk/>
            <pc:sldMk cId="852882517" sldId="297"/>
            <ac:grpSpMk id="71" creationId="{6B82EC8C-5627-0E2A-EBD5-B6BE5B7F2056}"/>
          </ac:grpSpMkLst>
        </pc:grpChg>
        <pc:grpChg chg="add mod">
          <ac:chgData name="양 승규" userId="26c6f04fe2206057" providerId="LiveId" clId="{FFC451F6-5F07-4EAD-A500-31999C432077}" dt="2023-06-09T01:34:53.131" v="247" actId="408"/>
          <ac:grpSpMkLst>
            <pc:docMk/>
            <pc:sldMk cId="852882517" sldId="297"/>
            <ac:grpSpMk id="72" creationId="{996DD7D8-19D5-9AEB-CF7C-C485C5DE61BD}"/>
          </ac:grpSpMkLst>
        </pc:grpChg>
        <pc:grpChg chg="add mod">
          <ac:chgData name="양 승규" userId="26c6f04fe2206057" providerId="LiveId" clId="{FFC451F6-5F07-4EAD-A500-31999C432077}" dt="2023-06-09T01:34:44.482" v="246" actId="164"/>
          <ac:grpSpMkLst>
            <pc:docMk/>
            <pc:sldMk cId="852882517" sldId="297"/>
            <ac:grpSpMk id="73" creationId="{E6F3CB39-D2AE-CACA-9E86-1888199C587B}"/>
          </ac:grpSpMkLst>
        </pc:grpChg>
        <pc:cxnChg chg="add del mod">
          <ac:chgData name="양 승규" userId="26c6f04fe2206057" providerId="LiveId" clId="{FFC451F6-5F07-4EAD-A500-31999C432077}" dt="2023-06-09T01:32:40.244" v="165"/>
          <ac:cxnSpMkLst>
            <pc:docMk/>
            <pc:sldMk cId="852882517" sldId="297"/>
            <ac:cxnSpMk id="6" creationId="{B8A4E520-CD4A-08A5-3D14-B95AD1C1074D}"/>
          </ac:cxnSpMkLst>
        </pc:cxnChg>
        <pc:cxnChg chg="add del mod">
          <ac:chgData name="양 승규" userId="26c6f04fe2206057" providerId="LiveId" clId="{FFC451F6-5F07-4EAD-A500-31999C432077}" dt="2023-06-09T01:32:40.244" v="165"/>
          <ac:cxnSpMkLst>
            <pc:docMk/>
            <pc:sldMk cId="852882517" sldId="297"/>
            <ac:cxnSpMk id="7" creationId="{07E18D8B-3FFE-A266-F5FF-78E179ACB5F3}"/>
          </ac:cxnSpMkLst>
        </pc:cxnChg>
        <pc:cxnChg chg="add del mod">
          <ac:chgData name="양 승규" userId="26c6f04fe2206057" providerId="LiveId" clId="{FFC451F6-5F07-4EAD-A500-31999C432077}" dt="2023-06-09T01:32:40.244" v="165"/>
          <ac:cxnSpMkLst>
            <pc:docMk/>
            <pc:sldMk cId="852882517" sldId="297"/>
            <ac:cxnSpMk id="8" creationId="{F0075602-2CE8-4EF0-33DC-E49B301016B0}"/>
          </ac:cxnSpMkLst>
        </pc:cxnChg>
        <pc:cxnChg chg="add del mod">
          <ac:chgData name="양 승규" userId="26c6f04fe2206057" providerId="LiveId" clId="{FFC451F6-5F07-4EAD-A500-31999C432077}" dt="2023-06-09T01:32:40.244" v="165"/>
          <ac:cxnSpMkLst>
            <pc:docMk/>
            <pc:sldMk cId="852882517" sldId="297"/>
            <ac:cxnSpMk id="9" creationId="{A834C80D-796B-3CB0-20B3-909F343A0852}"/>
          </ac:cxnSpMkLst>
        </pc:cxnChg>
        <pc:cxnChg chg="add del mod">
          <ac:chgData name="양 승규" userId="26c6f04fe2206057" providerId="LiveId" clId="{FFC451F6-5F07-4EAD-A500-31999C432077}" dt="2023-06-09T01:32:40.244" v="165"/>
          <ac:cxnSpMkLst>
            <pc:docMk/>
            <pc:sldMk cId="852882517" sldId="297"/>
            <ac:cxnSpMk id="10" creationId="{E95F9E74-37CA-D4E0-1195-5469CD084522}"/>
          </ac:cxnSpMkLst>
        </pc:cxnChg>
        <pc:cxnChg chg="add del mod">
          <ac:chgData name="양 승규" userId="26c6f04fe2206057" providerId="LiveId" clId="{FFC451F6-5F07-4EAD-A500-31999C432077}" dt="2023-06-09T01:32:46.914" v="167"/>
          <ac:cxnSpMkLst>
            <pc:docMk/>
            <pc:sldMk cId="852882517" sldId="297"/>
            <ac:cxnSpMk id="24" creationId="{D2F243FB-9BB0-6B97-29C3-1025C4C00603}"/>
          </ac:cxnSpMkLst>
        </pc:cxnChg>
        <pc:cxnChg chg="add del mod">
          <ac:chgData name="양 승규" userId="26c6f04fe2206057" providerId="LiveId" clId="{FFC451F6-5F07-4EAD-A500-31999C432077}" dt="2023-06-09T01:32:46.914" v="167"/>
          <ac:cxnSpMkLst>
            <pc:docMk/>
            <pc:sldMk cId="852882517" sldId="297"/>
            <ac:cxnSpMk id="25" creationId="{8F82D197-1295-6233-D3C0-6D016AB601C4}"/>
          </ac:cxnSpMkLst>
        </pc:cxnChg>
        <pc:cxnChg chg="add del mod">
          <ac:chgData name="양 승규" userId="26c6f04fe2206057" providerId="LiveId" clId="{FFC451F6-5F07-4EAD-A500-31999C432077}" dt="2023-06-09T01:32:46.914" v="167"/>
          <ac:cxnSpMkLst>
            <pc:docMk/>
            <pc:sldMk cId="852882517" sldId="297"/>
            <ac:cxnSpMk id="26" creationId="{FD92CB1C-B1C3-31B5-96BA-CBC47C20023C}"/>
          </ac:cxnSpMkLst>
        </pc:cxnChg>
        <pc:cxnChg chg="add del mod">
          <ac:chgData name="양 승규" userId="26c6f04fe2206057" providerId="LiveId" clId="{FFC451F6-5F07-4EAD-A500-31999C432077}" dt="2023-06-09T01:32:46.914" v="167"/>
          <ac:cxnSpMkLst>
            <pc:docMk/>
            <pc:sldMk cId="852882517" sldId="297"/>
            <ac:cxnSpMk id="27" creationId="{F440E0A4-EA3C-DD83-CD81-2869F39B996B}"/>
          </ac:cxnSpMkLst>
        </pc:cxnChg>
        <pc:cxnChg chg="add del mod">
          <ac:chgData name="양 승규" userId="26c6f04fe2206057" providerId="LiveId" clId="{FFC451F6-5F07-4EAD-A500-31999C432077}" dt="2023-06-09T01:32:46.914" v="167"/>
          <ac:cxnSpMkLst>
            <pc:docMk/>
            <pc:sldMk cId="852882517" sldId="297"/>
            <ac:cxnSpMk id="28" creationId="{A25CFE6F-84AE-B7BE-54D8-100FA4AC498A}"/>
          </ac:cxnSpMkLst>
        </pc:cxnChg>
        <pc:cxnChg chg="add del mod">
          <ac:chgData name="양 승규" userId="26c6f04fe2206057" providerId="LiveId" clId="{FFC451F6-5F07-4EAD-A500-31999C432077}" dt="2023-06-09T01:33:01.498" v="171"/>
          <ac:cxnSpMkLst>
            <pc:docMk/>
            <pc:sldMk cId="852882517" sldId="297"/>
            <ac:cxnSpMk id="39" creationId="{CF4CC4E8-2268-FD36-368A-1C54B1C88419}"/>
          </ac:cxnSpMkLst>
        </pc:cxnChg>
        <pc:cxnChg chg="add del mod">
          <ac:chgData name="양 승규" userId="26c6f04fe2206057" providerId="LiveId" clId="{FFC451F6-5F07-4EAD-A500-31999C432077}" dt="2023-06-09T01:33:01.498" v="171"/>
          <ac:cxnSpMkLst>
            <pc:docMk/>
            <pc:sldMk cId="852882517" sldId="297"/>
            <ac:cxnSpMk id="40" creationId="{B919472D-4737-7973-986C-281EFAA6D35B}"/>
          </ac:cxnSpMkLst>
        </pc:cxnChg>
        <pc:cxnChg chg="add del mod">
          <ac:chgData name="양 승규" userId="26c6f04fe2206057" providerId="LiveId" clId="{FFC451F6-5F07-4EAD-A500-31999C432077}" dt="2023-06-09T01:33:01.498" v="171"/>
          <ac:cxnSpMkLst>
            <pc:docMk/>
            <pc:sldMk cId="852882517" sldId="297"/>
            <ac:cxnSpMk id="41" creationId="{8DA42409-3AF4-DCDE-6B0C-A161C428AFE7}"/>
          </ac:cxnSpMkLst>
        </pc:cxnChg>
        <pc:cxnChg chg="add del mod">
          <ac:chgData name="양 승규" userId="26c6f04fe2206057" providerId="LiveId" clId="{FFC451F6-5F07-4EAD-A500-31999C432077}" dt="2023-06-09T01:33:01.498" v="171"/>
          <ac:cxnSpMkLst>
            <pc:docMk/>
            <pc:sldMk cId="852882517" sldId="297"/>
            <ac:cxnSpMk id="42" creationId="{B15D3DBB-F59B-ABAB-37A0-78CCD579B077}"/>
          </ac:cxnSpMkLst>
        </pc:cxnChg>
        <pc:cxnChg chg="add del mod">
          <ac:chgData name="양 승규" userId="26c6f04fe2206057" providerId="LiveId" clId="{FFC451F6-5F07-4EAD-A500-31999C432077}" dt="2023-06-09T01:33:01.498" v="171"/>
          <ac:cxnSpMkLst>
            <pc:docMk/>
            <pc:sldMk cId="852882517" sldId="297"/>
            <ac:cxnSpMk id="43" creationId="{207A503E-0D7A-4E6C-C776-A050653E653B}"/>
          </ac:cxnSpMkLst>
        </pc:cxnChg>
        <pc:cxnChg chg="add del mod">
          <ac:chgData name="양 승규" userId="26c6f04fe2206057" providerId="LiveId" clId="{FFC451F6-5F07-4EAD-A500-31999C432077}" dt="2023-06-09T01:33:01.498" v="171"/>
          <ac:cxnSpMkLst>
            <pc:docMk/>
            <pc:sldMk cId="852882517" sldId="297"/>
            <ac:cxnSpMk id="44" creationId="{B881C866-6C31-A52A-6758-7DC2A0C25B94}"/>
          </ac:cxnSpMkLst>
        </pc:cxnChg>
        <pc:cxnChg chg="add mod">
          <ac:chgData name="양 승규" userId="26c6f04fe2206057" providerId="LiveId" clId="{FFC451F6-5F07-4EAD-A500-31999C432077}" dt="2023-06-09T01:33:26.139" v="234" actId="14100"/>
          <ac:cxnSpMkLst>
            <pc:docMk/>
            <pc:sldMk cId="852882517" sldId="297"/>
            <ac:cxnSpMk id="56" creationId="{54DE144A-0D6F-7243-2D2C-CC9F38169CB1}"/>
          </ac:cxnSpMkLst>
        </pc:cxnChg>
        <pc:cxnChg chg="add mod">
          <ac:chgData name="양 승규" userId="26c6f04fe2206057" providerId="LiveId" clId="{FFC451F6-5F07-4EAD-A500-31999C432077}" dt="2023-06-09T01:34:27.469" v="242" actId="164"/>
          <ac:cxnSpMkLst>
            <pc:docMk/>
            <pc:sldMk cId="852882517" sldId="297"/>
            <ac:cxnSpMk id="57" creationId="{34B59AE5-CB32-B92B-6189-8CF07316C0FD}"/>
          </ac:cxnSpMkLst>
        </pc:cxnChg>
        <pc:cxnChg chg="add mod">
          <ac:chgData name="양 승규" userId="26c6f04fe2206057" providerId="LiveId" clId="{FFC451F6-5F07-4EAD-A500-31999C432077}" dt="2023-06-09T01:34:33.064" v="243" actId="164"/>
          <ac:cxnSpMkLst>
            <pc:docMk/>
            <pc:sldMk cId="852882517" sldId="297"/>
            <ac:cxnSpMk id="58" creationId="{C67654FD-2DCC-B3E4-97D9-CE3FE4D35281}"/>
          </ac:cxnSpMkLst>
        </pc:cxnChg>
        <pc:cxnChg chg="add mod">
          <ac:chgData name="양 승규" userId="26c6f04fe2206057" providerId="LiveId" clId="{FFC451F6-5F07-4EAD-A500-31999C432077}" dt="2023-06-09T01:34:36.036" v="244" actId="164"/>
          <ac:cxnSpMkLst>
            <pc:docMk/>
            <pc:sldMk cId="852882517" sldId="297"/>
            <ac:cxnSpMk id="59" creationId="{24086DEC-C041-13CC-B78C-4B2F27AF5B03}"/>
          </ac:cxnSpMkLst>
        </pc:cxnChg>
        <pc:cxnChg chg="add mod">
          <ac:chgData name="양 승규" userId="26c6f04fe2206057" providerId="LiveId" clId="{FFC451F6-5F07-4EAD-A500-31999C432077}" dt="2023-06-09T01:34:44.482" v="246" actId="164"/>
          <ac:cxnSpMkLst>
            <pc:docMk/>
            <pc:sldMk cId="852882517" sldId="297"/>
            <ac:cxnSpMk id="60" creationId="{83E602AC-3F24-D803-FC6E-0B08FAFA0B7B}"/>
          </ac:cxnSpMkLst>
        </pc:cxnChg>
        <pc:cxnChg chg="add mod">
          <ac:chgData name="양 승규" userId="26c6f04fe2206057" providerId="LiveId" clId="{FFC451F6-5F07-4EAD-A500-31999C432077}" dt="2023-06-09T01:34:41.124" v="245" actId="164"/>
          <ac:cxnSpMkLst>
            <pc:docMk/>
            <pc:sldMk cId="852882517" sldId="297"/>
            <ac:cxnSpMk id="61" creationId="{355C7954-C94A-3127-78F0-E2D9B96E508C}"/>
          </ac:cxnSpMkLst>
        </pc:cxnChg>
      </pc:sldChg>
      <pc:sldChg chg="add del">
        <pc:chgData name="양 승규" userId="26c6f04fe2206057" providerId="LiveId" clId="{FFC451F6-5F07-4EAD-A500-31999C432077}" dt="2023-06-09T03:51:03.489" v="951" actId="47"/>
        <pc:sldMkLst>
          <pc:docMk/>
          <pc:sldMk cId="1095810484" sldId="298"/>
        </pc:sldMkLst>
      </pc:sldChg>
      <pc:sldChg chg="addSp delSp modSp add mod setBg modNotesTx">
        <pc:chgData name="양 승규" userId="26c6f04fe2206057" providerId="LiveId" clId="{FFC451F6-5F07-4EAD-A500-31999C432077}" dt="2023-06-11T07:58:27.536" v="5309"/>
        <pc:sldMkLst>
          <pc:docMk/>
          <pc:sldMk cId="3607627376" sldId="299"/>
        </pc:sldMkLst>
        <pc:spChg chg="add mod">
          <ac:chgData name="양 승규" userId="26c6f04fe2206057" providerId="LiveId" clId="{FFC451F6-5F07-4EAD-A500-31999C432077}" dt="2023-06-09T03:43:30.489" v="569" actId="20577"/>
          <ac:spMkLst>
            <pc:docMk/>
            <pc:sldMk cId="3607627376" sldId="299"/>
            <ac:spMk id="2" creationId="{4E396C09-45CC-E7FE-E437-58B1049CB773}"/>
          </ac:spMkLst>
        </pc:spChg>
        <pc:spChg chg="add del mod">
          <ac:chgData name="양 승규" userId="26c6f04fe2206057" providerId="LiveId" clId="{FFC451F6-5F07-4EAD-A500-31999C432077}" dt="2023-06-09T03:43:32.425" v="571"/>
          <ac:spMkLst>
            <pc:docMk/>
            <pc:sldMk cId="3607627376" sldId="299"/>
            <ac:spMk id="3" creationId="{55C97DBC-41B9-5CD6-A335-4D6E6BDA2448}"/>
          </ac:spMkLst>
        </pc:spChg>
        <pc:spChg chg="add mod">
          <ac:chgData name="양 승규" userId="26c6f04fe2206057" providerId="LiveId" clId="{FFC451F6-5F07-4EAD-A500-31999C432077}" dt="2023-06-09T03:43:36.818" v="572"/>
          <ac:spMkLst>
            <pc:docMk/>
            <pc:sldMk cId="3607627376" sldId="299"/>
            <ac:spMk id="4" creationId="{250957C9-44B1-BAF3-93FE-048F8C3FF013}"/>
          </ac:spMkLst>
        </pc:spChg>
        <pc:spChg chg="add mod">
          <ac:chgData name="양 승규" userId="26c6f04fe2206057" providerId="LiveId" clId="{FFC451F6-5F07-4EAD-A500-31999C432077}" dt="2023-06-09T03:43:36.818" v="572"/>
          <ac:spMkLst>
            <pc:docMk/>
            <pc:sldMk cId="3607627376" sldId="299"/>
            <ac:spMk id="5" creationId="{F003B2D8-CF44-8E40-1F18-C7F94977BC36}"/>
          </ac:spMkLst>
        </pc:spChg>
        <pc:spChg chg="add mod">
          <ac:chgData name="양 승규" userId="26c6f04fe2206057" providerId="LiveId" clId="{FFC451F6-5F07-4EAD-A500-31999C432077}" dt="2023-06-09T03:43:36.818" v="572"/>
          <ac:spMkLst>
            <pc:docMk/>
            <pc:sldMk cId="3607627376" sldId="299"/>
            <ac:spMk id="6" creationId="{F53EDA7F-D400-D5B9-BEF6-713C3E9EFA53}"/>
          </ac:spMkLst>
        </pc:spChg>
        <pc:spChg chg="add mod">
          <ac:chgData name="양 승규" userId="26c6f04fe2206057" providerId="LiveId" clId="{FFC451F6-5F07-4EAD-A500-31999C432077}" dt="2023-06-09T03:43:36.818" v="572"/>
          <ac:spMkLst>
            <pc:docMk/>
            <pc:sldMk cId="3607627376" sldId="299"/>
            <ac:spMk id="7" creationId="{011566C2-68A0-3F5E-B418-C568A041A0CF}"/>
          </ac:spMkLst>
        </pc:spChg>
        <pc:spChg chg="mod">
          <ac:chgData name="양 승규" userId="26c6f04fe2206057" providerId="LiveId" clId="{FFC451F6-5F07-4EAD-A500-31999C432077}" dt="2023-06-09T03:43:36.818" v="572"/>
          <ac:spMkLst>
            <pc:docMk/>
            <pc:sldMk cId="3607627376" sldId="299"/>
            <ac:spMk id="9" creationId="{7BED8CCE-0B8F-C4DC-8CA2-7EBEBB5C5D6A}"/>
          </ac:spMkLst>
        </pc:spChg>
        <pc:spChg chg="mod">
          <ac:chgData name="양 승규" userId="26c6f04fe2206057" providerId="LiveId" clId="{FFC451F6-5F07-4EAD-A500-31999C432077}" dt="2023-06-09T03:43:41.379" v="576" actId="20577"/>
          <ac:spMkLst>
            <pc:docMk/>
            <pc:sldMk cId="3607627376" sldId="299"/>
            <ac:spMk id="10" creationId="{97EE44F3-1189-0B94-C99F-78B1F2DA0588}"/>
          </ac:spMkLst>
        </pc:spChg>
        <pc:spChg chg="add mod">
          <ac:chgData name="양 승규" userId="26c6f04fe2206057" providerId="LiveId" clId="{FFC451F6-5F07-4EAD-A500-31999C432077}" dt="2023-06-09T03:43:36.818" v="572"/>
          <ac:spMkLst>
            <pc:docMk/>
            <pc:sldMk cId="3607627376" sldId="299"/>
            <ac:spMk id="11" creationId="{FEADC64D-00D5-7667-EFF2-A6669E56CBA1}"/>
          </ac:spMkLst>
        </pc:spChg>
        <pc:spChg chg="add mod">
          <ac:chgData name="양 승규" userId="26c6f04fe2206057" providerId="LiveId" clId="{FFC451F6-5F07-4EAD-A500-31999C432077}" dt="2023-06-09T03:43:43.056" v="578" actId="20577"/>
          <ac:spMkLst>
            <pc:docMk/>
            <pc:sldMk cId="3607627376" sldId="299"/>
            <ac:spMk id="12" creationId="{68E89861-1D19-3E01-AF82-F719242E421E}"/>
          </ac:spMkLst>
        </pc:spChg>
        <pc:spChg chg="mod">
          <ac:chgData name="양 승규" userId="26c6f04fe2206057" providerId="LiveId" clId="{FFC451F6-5F07-4EAD-A500-31999C432077}" dt="2023-06-09T03:43:36.818" v="572"/>
          <ac:spMkLst>
            <pc:docMk/>
            <pc:sldMk cId="3607627376" sldId="299"/>
            <ac:spMk id="14" creationId="{8B13B901-1299-F8E0-D804-17858BDEFD8F}"/>
          </ac:spMkLst>
        </pc:spChg>
        <pc:spChg chg="mod">
          <ac:chgData name="양 승규" userId="26c6f04fe2206057" providerId="LiveId" clId="{FFC451F6-5F07-4EAD-A500-31999C432077}" dt="2023-06-09T03:43:44.726" v="580" actId="20577"/>
          <ac:spMkLst>
            <pc:docMk/>
            <pc:sldMk cId="3607627376" sldId="299"/>
            <ac:spMk id="15" creationId="{0F33BBDF-2F0A-FD0B-A4AC-A1771AA00F29}"/>
          </ac:spMkLst>
        </pc:spChg>
        <pc:spChg chg="mod">
          <ac:chgData name="양 승규" userId="26c6f04fe2206057" providerId="LiveId" clId="{FFC451F6-5F07-4EAD-A500-31999C432077}" dt="2023-06-09T03:43:36.818" v="572"/>
          <ac:spMkLst>
            <pc:docMk/>
            <pc:sldMk cId="3607627376" sldId="299"/>
            <ac:spMk id="19" creationId="{AC8355A3-074C-5AF3-BB6A-7DF9B35B6D3E}"/>
          </ac:spMkLst>
        </pc:spChg>
        <pc:spChg chg="mod">
          <ac:chgData name="양 승규" userId="26c6f04fe2206057" providerId="LiveId" clId="{FFC451F6-5F07-4EAD-A500-31999C432077}" dt="2023-06-09T03:43:07.520" v="523" actId="20577"/>
          <ac:spMkLst>
            <pc:docMk/>
            <pc:sldMk cId="3607627376" sldId="299"/>
            <ac:spMk id="20" creationId="{0248AE10-53E7-C36F-1031-640C8584ED67}"/>
          </ac:spMkLst>
        </pc:spChg>
        <pc:spChg chg="mod">
          <ac:chgData name="양 승규" userId="26c6f04fe2206057" providerId="LiveId" clId="{FFC451F6-5F07-4EAD-A500-31999C432077}" dt="2023-06-09T03:43:46.511" v="582" actId="20577"/>
          <ac:spMkLst>
            <pc:docMk/>
            <pc:sldMk cId="3607627376" sldId="299"/>
            <ac:spMk id="21" creationId="{718DE558-6EBC-60E8-F0C0-A5AB1E4A2EC5}"/>
          </ac:spMkLst>
        </pc:spChg>
        <pc:spChg chg="add mod">
          <ac:chgData name="양 승규" userId="26c6f04fe2206057" providerId="LiveId" clId="{FFC451F6-5F07-4EAD-A500-31999C432077}" dt="2023-06-09T04:47:33.922" v="1556" actId="20577"/>
          <ac:spMkLst>
            <pc:docMk/>
            <pc:sldMk cId="3607627376" sldId="299"/>
            <ac:spMk id="22" creationId="{54CA223A-E73C-68C9-7823-2C3BF127E5F3}"/>
          </ac:spMkLst>
        </pc:spChg>
        <pc:spChg chg="add mod">
          <ac:chgData name="양 승규" userId="26c6f04fe2206057" providerId="LiveId" clId="{FFC451F6-5F07-4EAD-A500-31999C432077}" dt="2023-06-11T06:58:46.456" v="2529" actId="20577"/>
          <ac:spMkLst>
            <pc:docMk/>
            <pc:sldMk cId="3607627376" sldId="299"/>
            <ac:spMk id="23" creationId="{BDB00A16-B01F-0AAC-07B9-6B309F8A5F6B}"/>
          </ac:spMkLst>
        </pc:spChg>
        <pc:spChg chg="add mod">
          <ac:chgData name="양 승규" userId="26c6f04fe2206057" providerId="LiveId" clId="{FFC451F6-5F07-4EAD-A500-31999C432077}" dt="2023-06-09T04:47:41.483" v="1557" actId="20577"/>
          <ac:spMkLst>
            <pc:docMk/>
            <pc:sldMk cId="3607627376" sldId="299"/>
            <ac:spMk id="24" creationId="{8AAC7C8C-900A-2563-CA5D-5444314DE85B}"/>
          </ac:spMkLst>
        </pc:spChg>
        <pc:spChg chg="add mod">
          <ac:chgData name="양 승규" userId="26c6f04fe2206057" providerId="LiveId" clId="{FFC451F6-5F07-4EAD-A500-31999C432077}" dt="2023-06-09T04:47:28.050" v="1555" actId="20577"/>
          <ac:spMkLst>
            <pc:docMk/>
            <pc:sldMk cId="3607627376" sldId="299"/>
            <ac:spMk id="25" creationId="{80B30975-5C68-ED77-2625-D960D858F868}"/>
          </ac:spMkLst>
        </pc:spChg>
        <pc:spChg chg="del mod">
          <ac:chgData name="양 승규" userId="26c6f04fe2206057" providerId="LiveId" clId="{FFC451F6-5F07-4EAD-A500-31999C432077}" dt="2023-06-09T03:42:49.634" v="503"/>
          <ac:spMkLst>
            <pc:docMk/>
            <pc:sldMk cId="3607627376" sldId="299"/>
            <ac:spMk id="47" creationId="{3B919959-97EC-7C25-5CFA-2BE4D3C135D9}"/>
          </ac:spMkLst>
        </pc:spChg>
        <pc:grpChg chg="add mod">
          <ac:chgData name="양 승규" userId="26c6f04fe2206057" providerId="LiveId" clId="{FFC451F6-5F07-4EAD-A500-31999C432077}" dt="2023-06-09T03:43:36.818" v="572"/>
          <ac:grpSpMkLst>
            <pc:docMk/>
            <pc:sldMk cId="3607627376" sldId="299"/>
            <ac:grpSpMk id="8" creationId="{5FD7FFCD-EAA5-FA5B-EF34-CF4C5C592322}"/>
          </ac:grpSpMkLst>
        </pc:grpChg>
        <pc:grpChg chg="add mod">
          <ac:chgData name="양 승규" userId="26c6f04fe2206057" providerId="LiveId" clId="{FFC451F6-5F07-4EAD-A500-31999C432077}" dt="2023-06-09T03:43:36.818" v="572"/>
          <ac:grpSpMkLst>
            <pc:docMk/>
            <pc:sldMk cId="3607627376" sldId="299"/>
            <ac:grpSpMk id="13" creationId="{A306F6C4-8EF5-2102-8237-86BB169E22F1}"/>
          </ac:grpSpMkLst>
        </pc:grpChg>
        <pc:grpChg chg="add mod">
          <ac:chgData name="양 승규" userId="26c6f04fe2206057" providerId="LiveId" clId="{FFC451F6-5F07-4EAD-A500-31999C432077}" dt="2023-06-09T03:43:36.818" v="572"/>
          <ac:grpSpMkLst>
            <pc:docMk/>
            <pc:sldMk cId="3607627376" sldId="299"/>
            <ac:grpSpMk id="16" creationId="{931D1FDA-92EE-94B9-074E-2ADB5A0E2A8C}"/>
          </ac:grpSpMkLst>
        </pc:grpChg>
        <pc:grpChg chg="del">
          <ac:chgData name="양 승규" userId="26c6f04fe2206057" providerId="LiveId" clId="{FFC451F6-5F07-4EAD-A500-31999C432077}" dt="2023-06-09T03:42:43.101" v="489" actId="478"/>
          <ac:grpSpMkLst>
            <pc:docMk/>
            <pc:sldMk cId="3607627376" sldId="299"/>
            <ac:grpSpMk id="69" creationId="{463EBD07-7191-CBFF-247D-49FFE83E23DC}"/>
          </ac:grpSpMkLst>
        </pc:grpChg>
        <pc:grpChg chg="del">
          <ac:chgData name="양 승규" userId="26c6f04fe2206057" providerId="LiveId" clId="{FFC451F6-5F07-4EAD-A500-31999C432077}" dt="2023-06-09T03:42:43.101" v="489" actId="478"/>
          <ac:grpSpMkLst>
            <pc:docMk/>
            <pc:sldMk cId="3607627376" sldId="299"/>
            <ac:grpSpMk id="70" creationId="{867092B9-055D-D743-C737-432538F410EA}"/>
          </ac:grpSpMkLst>
        </pc:grpChg>
        <pc:grpChg chg="del">
          <ac:chgData name="양 승규" userId="26c6f04fe2206057" providerId="LiveId" clId="{FFC451F6-5F07-4EAD-A500-31999C432077}" dt="2023-06-09T03:42:43.101" v="489" actId="478"/>
          <ac:grpSpMkLst>
            <pc:docMk/>
            <pc:sldMk cId="3607627376" sldId="299"/>
            <ac:grpSpMk id="71" creationId="{6B82EC8C-5627-0E2A-EBD5-B6BE5B7F2056}"/>
          </ac:grpSpMkLst>
        </pc:grpChg>
        <pc:grpChg chg="del">
          <ac:chgData name="양 승규" userId="26c6f04fe2206057" providerId="LiveId" clId="{FFC451F6-5F07-4EAD-A500-31999C432077}" dt="2023-06-09T03:42:43.101" v="489" actId="478"/>
          <ac:grpSpMkLst>
            <pc:docMk/>
            <pc:sldMk cId="3607627376" sldId="299"/>
            <ac:grpSpMk id="72" creationId="{996DD7D8-19D5-9AEB-CF7C-C485C5DE61BD}"/>
          </ac:grpSpMkLst>
        </pc:grpChg>
        <pc:grpChg chg="del">
          <ac:chgData name="양 승규" userId="26c6f04fe2206057" providerId="LiveId" clId="{FFC451F6-5F07-4EAD-A500-31999C432077}" dt="2023-06-09T03:42:43.101" v="489" actId="478"/>
          <ac:grpSpMkLst>
            <pc:docMk/>
            <pc:sldMk cId="3607627376" sldId="299"/>
            <ac:grpSpMk id="73" creationId="{E6F3CB39-D2AE-CACA-9E86-1888199C587B}"/>
          </ac:grpSpMkLst>
        </pc:grpChg>
        <pc:cxnChg chg="del">
          <ac:chgData name="양 승규" userId="26c6f04fe2206057" providerId="LiveId" clId="{FFC451F6-5F07-4EAD-A500-31999C432077}" dt="2023-06-09T03:42:43.101" v="489" actId="478"/>
          <ac:cxnSpMkLst>
            <pc:docMk/>
            <pc:sldMk cId="3607627376" sldId="299"/>
            <ac:cxnSpMk id="56" creationId="{54DE144A-0D6F-7243-2D2C-CC9F38169CB1}"/>
          </ac:cxnSpMkLst>
        </pc:cxnChg>
      </pc:sldChg>
      <pc:sldChg chg="addSp modSp add mod ord modNotesTx">
        <pc:chgData name="양 승규" userId="26c6f04fe2206057" providerId="LiveId" clId="{FFC451F6-5F07-4EAD-A500-31999C432077}" dt="2023-06-11T07:22:11.386" v="3535" actId="20577"/>
        <pc:sldMkLst>
          <pc:docMk/>
          <pc:sldMk cId="4022666327" sldId="300"/>
        </pc:sldMkLst>
        <pc:spChg chg="mod">
          <ac:chgData name="양 승규" userId="26c6f04fe2206057" providerId="LiveId" clId="{FFC451F6-5F07-4EAD-A500-31999C432077}" dt="2023-06-11T07:17:17.281" v="3186" actId="113"/>
          <ac:spMkLst>
            <pc:docMk/>
            <pc:sldMk cId="4022666327" sldId="300"/>
            <ac:spMk id="25" creationId="{F3C73ADE-5C99-7BF5-E836-A8289956BC68}"/>
          </ac:spMkLst>
        </pc:spChg>
        <pc:spChg chg="mod">
          <ac:chgData name="양 승규" userId="26c6f04fe2206057" providerId="LiveId" clId="{FFC451F6-5F07-4EAD-A500-31999C432077}" dt="2023-06-09T04:35:38.280" v="1109" actId="20577"/>
          <ac:spMkLst>
            <pc:docMk/>
            <pc:sldMk cId="4022666327" sldId="300"/>
            <ac:spMk id="47" creationId="{3B919959-97EC-7C25-5CFA-2BE4D3C135D9}"/>
          </ac:spMkLst>
        </pc:spChg>
        <pc:picChg chg="add mod">
          <ac:chgData name="양 승규" userId="26c6f04fe2206057" providerId="LiveId" clId="{FFC451F6-5F07-4EAD-A500-31999C432077}" dt="2023-06-11T07:15:24.350" v="3094" actId="1076"/>
          <ac:picMkLst>
            <pc:docMk/>
            <pc:sldMk cId="4022666327" sldId="300"/>
            <ac:picMk id="4" creationId="{FF377403-1BCA-C4BE-ED91-8BE77B7486CB}"/>
          </ac:picMkLst>
        </pc:picChg>
        <pc:picChg chg="add mod">
          <ac:chgData name="양 승규" userId="26c6f04fe2206057" providerId="LiveId" clId="{FFC451F6-5F07-4EAD-A500-31999C432077}" dt="2023-06-11T07:15:48.356" v="3099" actId="14100"/>
          <ac:picMkLst>
            <pc:docMk/>
            <pc:sldMk cId="4022666327" sldId="300"/>
            <ac:picMk id="7" creationId="{6C927532-DB70-039F-92D8-CF2442A6E9AD}"/>
          </ac:picMkLst>
        </pc:picChg>
      </pc:sldChg>
      <pc:sldChg chg="addSp modSp add mod modNotesTx">
        <pc:chgData name="양 승규" userId="26c6f04fe2206057" providerId="LiveId" clId="{FFC451F6-5F07-4EAD-A500-31999C432077}" dt="2023-06-11T07:27:54.837" v="4011" actId="20577"/>
        <pc:sldMkLst>
          <pc:docMk/>
          <pc:sldMk cId="245659037" sldId="301"/>
        </pc:sldMkLst>
        <pc:spChg chg="mod">
          <ac:chgData name="양 승규" userId="26c6f04fe2206057" providerId="LiveId" clId="{FFC451F6-5F07-4EAD-A500-31999C432077}" dt="2023-06-09T04:32:31.182" v="1024" actId="1076"/>
          <ac:spMkLst>
            <pc:docMk/>
            <pc:sldMk cId="245659037" sldId="301"/>
            <ac:spMk id="19" creationId="{5F54D868-7458-270F-D5A1-690FE89B1B20}"/>
          </ac:spMkLst>
        </pc:spChg>
        <pc:spChg chg="mod">
          <ac:chgData name="양 승규" userId="26c6f04fe2206057" providerId="LiveId" clId="{FFC451F6-5F07-4EAD-A500-31999C432077}" dt="2023-06-11T07:24:03.718" v="3626" actId="20577"/>
          <ac:spMkLst>
            <pc:docMk/>
            <pc:sldMk cId="245659037" sldId="301"/>
            <ac:spMk id="25" creationId="{F3C73ADE-5C99-7BF5-E836-A8289956BC68}"/>
          </ac:spMkLst>
        </pc:spChg>
        <pc:spChg chg="mod">
          <ac:chgData name="양 승규" userId="26c6f04fe2206057" providerId="LiveId" clId="{FFC451F6-5F07-4EAD-A500-31999C432077}" dt="2023-06-09T04:31:53.671" v="1012" actId="20577"/>
          <ac:spMkLst>
            <pc:docMk/>
            <pc:sldMk cId="245659037" sldId="301"/>
            <ac:spMk id="47" creationId="{3B919959-97EC-7C25-5CFA-2BE4D3C135D9}"/>
          </ac:spMkLst>
        </pc:spChg>
        <pc:picChg chg="add mod">
          <ac:chgData name="양 승규" userId="26c6f04fe2206057" providerId="LiveId" clId="{FFC451F6-5F07-4EAD-A500-31999C432077}" dt="2023-06-09T04:33:13.661" v="1040" actId="1076"/>
          <ac:picMkLst>
            <pc:docMk/>
            <pc:sldMk cId="245659037" sldId="301"/>
            <ac:picMk id="3" creationId="{CA8CA453-8713-B85D-74B4-A1B5FB2F2F9D}"/>
          </ac:picMkLst>
        </pc:picChg>
        <pc:picChg chg="add mod">
          <ac:chgData name="양 승규" userId="26c6f04fe2206057" providerId="LiveId" clId="{FFC451F6-5F07-4EAD-A500-31999C432077}" dt="2023-06-09T04:33:52.504" v="1052" actId="14100"/>
          <ac:picMkLst>
            <pc:docMk/>
            <pc:sldMk cId="245659037" sldId="301"/>
            <ac:picMk id="4" creationId="{66E79A3D-E6B2-A4BF-2002-8849065460DC}"/>
          </ac:picMkLst>
        </pc:picChg>
        <pc:picChg chg="add mod">
          <ac:chgData name="양 승규" userId="26c6f04fe2206057" providerId="LiveId" clId="{FFC451F6-5F07-4EAD-A500-31999C432077}" dt="2023-06-09T04:33:49.404" v="1051" actId="1076"/>
          <ac:picMkLst>
            <pc:docMk/>
            <pc:sldMk cId="245659037" sldId="301"/>
            <ac:picMk id="5" creationId="{0D97323D-AEC9-5164-B206-DB8B3D32E4D3}"/>
          </ac:picMkLst>
        </pc:picChg>
      </pc:sldChg>
      <pc:sldChg chg="add del">
        <pc:chgData name="양 승규" userId="26c6f04fe2206057" providerId="LiveId" clId="{FFC451F6-5F07-4EAD-A500-31999C432077}" dt="2023-06-11T06:40:33.684" v="1558" actId="47"/>
        <pc:sldMkLst>
          <pc:docMk/>
          <pc:sldMk cId="3771537319" sldId="302"/>
        </pc:sldMkLst>
      </pc:sldChg>
      <pc:sldChg chg="addSp delSp modSp add mod modNotesTx">
        <pc:chgData name="양 승규" userId="26c6f04fe2206057" providerId="LiveId" clId="{FFC451F6-5F07-4EAD-A500-31999C432077}" dt="2023-06-11T07:55:14.953" v="5287" actId="20577"/>
        <pc:sldMkLst>
          <pc:docMk/>
          <pc:sldMk cId="926913312" sldId="303"/>
        </pc:sldMkLst>
        <pc:spChg chg="add mod ord">
          <ac:chgData name="양 승규" userId="26c6f04fe2206057" providerId="LiveId" clId="{FFC451F6-5F07-4EAD-A500-31999C432077}" dt="2023-06-11T07:41:43.886" v="4874" actId="167"/>
          <ac:spMkLst>
            <pc:docMk/>
            <pc:sldMk cId="926913312" sldId="303"/>
            <ac:spMk id="3" creationId="{1155D09C-A8B8-DF61-FEF8-C9479797B335}"/>
          </ac:spMkLst>
        </pc:spChg>
        <pc:spChg chg="del">
          <ac:chgData name="양 승규" userId="26c6f04fe2206057" providerId="LiveId" clId="{FFC451F6-5F07-4EAD-A500-31999C432077}" dt="2023-06-11T07:41:39.013" v="4872" actId="478"/>
          <ac:spMkLst>
            <pc:docMk/>
            <pc:sldMk cId="926913312" sldId="303"/>
            <ac:spMk id="19" creationId="{5F54D868-7458-270F-D5A1-690FE89B1B20}"/>
          </ac:spMkLst>
        </pc:spChg>
        <pc:spChg chg="mod">
          <ac:chgData name="양 승규" userId="26c6f04fe2206057" providerId="LiveId" clId="{FFC451F6-5F07-4EAD-A500-31999C432077}" dt="2023-06-11T07:33:39.344" v="4456" actId="20577"/>
          <ac:spMkLst>
            <pc:docMk/>
            <pc:sldMk cId="926913312" sldId="303"/>
            <ac:spMk id="47" creationId="{3B919959-97EC-7C25-5CFA-2BE4D3C135D9}"/>
          </ac:spMkLst>
        </pc:spChg>
        <pc:picChg chg="mod">
          <ac:chgData name="양 승규" userId="26c6f04fe2206057" providerId="LiveId" clId="{FFC451F6-5F07-4EAD-A500-31999C432077}" dt="2023-06-11T07:41:29.438" v="4867" actId="1076"/>
          <ac:picMkLst>
            <pc:docMk/>
            <pc:sldMk cId="926913312" sldId="303"/>
            <ac:picMk id="7" creationId="{E9942243-CF49-880E-B8BE-04B47B3CF48C}"/>
          </ac:picMkLst>
        </pc:picChg>
        <pc:picChg chg="mod">
          <ac:chgData name="양 승규" userId="26c6f04fe2206057" providerId="LiveId" clId="{FFC451F6-5F07-4EAD-A500-31999C432077}" dt="2023-06-11T07:41:34.463" v="4869" actId="14100"/>
          <ac:picMkLst>
            <pc:docMk/>
            <pc:sldMk cId="926913312" sldId="303"/>
            <ac:picMk id="27" creationId="{BFBADB23-6EE5-3FA3-551E-8785A3156F6D}"/>
          </ac:picMkLst>
        </pc:picChg>
        <pc:picChg chg="mod">
          <ac:chgData name="양 승규" userId="26c6f04fe2206057" providerId="LiveId" clId="{FFC451F6-5F07-4EAD-A500-31999C432077}" dt="2023-06-11T07:41:37.293" v="4871" actId="14100"/>
          <ac:picMkLst>
            <pc:docMk/>
            <pc:sldMk cId="926913312" sldId="303"/>
            <ac:picMk id="29" creationId="{0EBB9AE7-8A02-A84A-C25E-944E560B4F65}"/>
          </ac:picMkLst>
        </pc:picChg>
        <pc:picChg chg="mod">
          <ac:chgData name="양 승규" userId="26c6f04fe2206057" providerId="LiveId" clId="{FFC451F6-5F07-4EAD-A500-31999C432077}" dt="2023-06-11T07:41:56.605" v="4880" actId="14100"/>
          <ac:picMkLst>
            <pc:docMk/>
            <pc:sldMk cId="926913312" sldId="303"/>
            <ac:picMk id="31" creationId="{6CBA3BC4-481E-D6CB-5665-D709FB2004AD}"/>
          </ac:picMkLst>
        </pc:picChg>
        <pc:picChg chg="mod">
          <ac:chgData name="양 승규" userId="26c6f04fe2206057" providerId="LiveId" clId="{FFC451F6-5F07-4EAD-A500-31999C432077}" dt="2023-06-11T07:41:54.607" v="4879" actId="1076"/>
          <ac:picMkLst>
            <pc:docMk/>
            <pc:sldMk cId="926913312" sldId="303"/>
            <ac:picMk id="35" creationId="{6B10F888-9B8D-E479-B565-3E0D119F6E27}"/>
          </ac:picMkLst>
        </pc:picChg>
        <pc:picChg chg="mod">
          <ac:chgData name="양 승규" userId="26c6f04fe2206057" providerId="LiveId" clId="{FFC451F6-5F07-4EAD-A500-31999C432077}" dt="2023-06-11T07:42:07.085" v="4883" actId="1076"/>
          <ac:picMkLst>
            <pc:docMk/>
            <pc:sldMk cId="926913312" sldId="303"/>
            <ac:picMk id="37" creationId="{20BD10CC-401F-21BC-664B-3AF09916456E}"/>
          </ac:picMkLst>
        </pc:picChg>
        <pc:picChg chg="mod">
          <ac:chgData name="양 승규" userId="26c6f04fe2206057" providerId="LiveId" clId="{FFC451F6-5F07-4EAD-A500-31999C432077}" dt="2023-06-11T07:42:03.603" v="4882" actId="1076"/>
          <ac:picMkLst>
            <pc:docMk/>
            <pc:sldMk cId="926913312" sldId="303"/>
            <ac:picMk id="41" creationId="{505DBAC1-895A-42B7-60B5-0CB6F741ABC4}"/>
          </ac:picMkLst>
        </pc:picChg>
      </pc:sldChg>
      <pc:sldChg chg="addSp delSp modSp add mod modNotesTx">
        <pc:chgData name="양 승규" userId="26c6f04fe2206057" providerId="LiveId" clId="{FFC451F6-5F07-4EAD-A500-31999C432077}" dt="2023-06-11T07:50:11.690" v="5021" actId="20577"/>
        <pc:sldMkLst>
          <pc:docMk/>
          <pc:sldMk cId="3217989190" sldId="305"/>
        </pc:sldMkLst>
        <pc:spChg chg="add mod ord">
          <ac:chgData name="양 승규" userId="26c6f04fe2206057" providerId="LiveId" clId="{FFC451F6-5F07-4EAD-A500-31999C432077}" dt="2023-06-11T07:40:22.629" v="4845" actId="167"/>
          <ac:spMkLst>
            <pc:docMk/>
            <pc:sldMk cId="3217989190" sldId="305"/>
            <ac:spMk id="3" creationId="{29F3BBBC-6EF4-B8AA-C808-CBACF93A84D8}"/>
          </ac:spMkLst>
        </pc:spChg>
        <pc:spChg chg="del mod">
          <ac:chgData name="양 승규" userId="26c6f04fe2206057" providerId="LiveId" clId="{FFC451F6-5F07-4EAD-A500-31999C432077}" dt="2023-06-11T07:40:17.280" v="4843" actId="478"/>
          <ac:spMkLst>
            <pc:docMk/>
            <pc:sldMk cId="3217989190" sldId="305"/>
            <ac:spMk id="19" creationId="{5F54D868-7458-270F-D5A1-690FE89B1B20}"/>
          </ac:spMkLst>
        </pc:spChg>
        <pc:spChg chg="mod">
          <ac:chgData name="양 승규" userId="26c6f04fe2206057" providerId="LiveId" clId="{FFC451F6-5F07-4EAD-A500-31999C432077}" dt="2023-06-11T07:33:09.301" v="4412" actId="20577"/>
          <ac:spMkLst>
            <pc:docMk/>
            <pc:sldMk cId="3217989190" sldId="305"/>
            <ac:spMk id="47" creationId="{3B919959-97EC-7C25-5CFA-2BE4D3C135D9}"/>
          </ac:spMkLst>
        </pc:spChg>
        <pc:picChg chg="mod">
          <ac:chgData name="양 승규" userId="26c6f04fe2206057" providerId="LiveId" clId="{FFC451F6-5F07-4EAD-A500-31999C432077}" dt="2023-06-11T07:40:24.484" v="4846" actId="1076"/>
          <ac:picMkLst>
            <pc:docMk/>
            <pc:sldMk cId="3217989190" sldId="305"/>
            <ac:picMk id="4" creationId="{0D526A2A-081E-5FB8-E395-085ECED0E8E3}"/>
          </ac:picMkLst>
        </pc:picChg>
        <pc:picChg chg="mod">
          <ac:chgData name="양 승규" userId="26c6f04fe2206057" providerId="LiveId" clId="{FFC451F6-5F07-4EAD-A500-31999C432077}" dt="2023-06-11T07:40:29.880" v="4849" actId="14100"/>
          <ac:picMkLst>
            <pc:docMk/>
            <pc:sldMk cId="3217989190" sldId="305"/>
            <ac:picMk id="7" creationId="{0BCA533D-F048-783E-6B07-E762258F06E0}"/>
          </ac:picMkLst>
        </pc:picChg>
        <pc:picChg chg="mod">
          <ac:chgData name="양 승규" userId="26c6f04fe2206057" providerId="LiveId" clId="{FFC451F6-5F07-4EAD-A500-31999C432077}" dt="2023-06-11T07:40:33.455" v="4851" actId="14100"/>
          <ac:picMkLst>
            <pc:docMk/>
            <pc:sldMk cId="3217989190" sldId="305"/>
            <ac:picMk id="26" creationId="{25878ED4-3C10-5208-051E-865BBB52776C}"/>
          </ac:picMkLst>
        </pc:picChg>
        <pc:picChg chg="mod">
          <ac:chgData name="양 승규" userId="26c6f04fe2206057" providerId="LiveId" clId="{FFC451F6-5F07-4EAD-A500-31999C432077}" dt="2023-06-11T07:40:40.083" v="4853" actId="1076"/>
          <ac:picMkLst>
            <pc:docMk/>
            <pc:sldMk cId="3217989190" sldId="305"/>
            <ac:picMk id="35" creationId="{FC313424-406C-3292-2194-996A81D580F8}"/>
          </ac:picMkLst>
        </pc:picChg>
        <pc:picChg chg="mod">
          <ac:chgData name="양 승규" userId="26c6f04fe2206057" providerId="LiveId" clId="{FFC451F6-5F07-4EAD-A500-31999C432077}" dt="2023-06-11T07:40:37.331" v="4852" actId="1076"/>
          <ac:picMkLst>
            <pc:docMk/>
            <pc:sldMk cId="3217989190" sldId="305"/>
            <ac:picMk id="37" creationId="{CECFD5A2-E42E-E7FD-4A9A-FCE02F4AAA30}"/>
          </ac:picMkLst>
        </pc:picChg>
        <pc:picChg chg="mod">
          <ac:chgData name="양 승규" userId="26c6f04fe2206057" providerId="LiveId" clId="{FFC451F6-5F07-4EAD-A500-31999C432077}" dt="2023-06-11T07:40:50.737" v="4855" actId="1076"/>
          <ac:picMkLst>
            <pc:docMk/>
            <pc:sldMk cId="3217989190" sldId="305"/>
            <ac:picMk id="49" creationId="{6E00FC00-684A-82C2-4C01-E8FF138C6656}"/>
          </ac:picMkLst>
        </pc:picChg>
      </pc:sldChg>
      <pc:sldChg chg="addSp delSp modSp add mod ord modNotesTx">
        <pc:chgData name="양 승규" userId="26c6f04fe2206057" providerId="LiveId" clId="{FFC451F6-5F07-4EAD-A500-31999C432077}" dt="2023-06-11T07:45:14.015" v="4902" actId="20577"/>
        <pc:sldMkLst>
          <pc:docMk/>
          <pc:sldMk cId="1098972048" sldId="306"/>
        </pc:sldMkLst>
        <pc:spChg chg="add mod ord">
          <ac:chgData name="양 승규" userId="26c6f04fe2206057" providerId="LiveId" clId="{FFC451F6-5F07-4EAD-A500-31999C432077}" dt="2023-06-11T07:28:38.414" v="4015" actId="167"/>
          <ac:spMkLst>
            <pc:docMk/>
            <pc:sldMk cId="1098972048" sldId="306"/>
            <ac:spMk id="3" creationId="{CBAEFE94-7479-A847-FD21-B0722EAFDF2B}"/>
          </ac:spMkLst>
        </pc:spChg>
        <pc:spChg chg="add mod ord">
          <ac:chgData name="양 승규" userId="26c6f04fe2206057" providerId="LiveId" clId="{FFC451F6-5F07-4EAD-A500-31999C432077}" dt="2023-06-11T07:28:46.787" v="4017" actId="167"/>
          <ac:spMkLst>
            <pc:docMk/>
            <pc:sldMk cId="1098972048" sldId="306"/>
            <ac:spMk id="5" creationId="{900F8D48-B08F-CFE3-28A1-76943FDCF737}"/>
          </ac:spMkLst>
        </pc:spChg>
        <pc:spChg chg="mod">
          <ac:chgData name="양 승규" userId="26c6f04fe2206057" providerId="LiveId" clId="{FFC451F6-5F07-4EAD-A500-31999C432077}" dt="2023-06-11T07:29:53.666" v="4069" actId="20577"/>
          <ac:spMkLst>
            <pc:docMk/>
            <pc:sldMk cId="1098972048" sldId="306"/>
            <ac:spMk id="8" creationId="{DDCDE99F-455C-4C6F-1960-4B44BC355E87}"/>
          </ac:spMkLst>
        </pc:spChg>
        <pc:spChg chg="mod">
          <ac:chgData name="양 승규" userId="26c6f04fe2206057" providerId="LiveId" clId="{FFC451F6-5F07-4EAD-A500-31999C432077}" dt="2023-06-11T07:29:56.154" v="4073" actId="20577"/>
          <ac:spMkLst>
            <pc:docMk/>
            <pc:sldMk cId="1098972048" sldId="306"/>
            <ac:spMk id="12" creationId="{B88A3E3F-9760-BD63-3445-5E2C84ED3A91}"/>
          </ac:spMkLst>
        </pc:spChg>
        <pc:spChg chg="mod">
          <ac:chgData name="양 승규" userId="26c6f04fe2206057" providerId="LiveId" clId="{FFC451F6-5F07-4EAD-A500-31999C432077}" dt="2023-06-11T07:30:00.327" v="4082" actId="20577"/>
          <ac:spMkLst>
            <pc:docMk/>
            <pc:sldMk cId="1098972048" sldId="306"/>
            <ac:spMk id="16" creationId="{0AF209CB-459A-F290-C3E6-717B56A5AB79}"/>
          </ac:spMkLst>
        </pc:spChg>
        <pc:spChg chg="del mod">
          <ac:chgData name="양 승규" userId="26c6f04fe2206057" providerId="LiveId" clId="{FFC451F6-5F07-4EAD-A500-31999C432077}" dt="2023-06-11T07:28:26.772" v="4013" actId="478"/>
          <ac:spMkLst>
            <pc:docMk/>
            <pc:sldMk cId="1098972048" sldId="306"/>
            <ac:spMk id="19" creationId="{5F54D868-7458-270F-D5A1-690FE89B1B20}"/>
          </ac:spMkLst>
        </pc:spChg>
        <pc:spChg chg="mod">
          <ac:chgData name="양 승규" userId="26c6f04fe2206057" providerId="LiveId" clId="{FFC451F6-5F07-4EAD-A500-31999C432077}" dt="2023-06-11T07:45:14.015" v="4902" actId="20577"/>
          <ac:spMkLst>
            <pc:docMk/>
            <pc:sldMk cId="1098972048" sldId="306"/>
            <ac:spMk id="47" creationId="{3B919959-97EC-7C25-5CFA-2BE4D3C135D9}"/>
          </ac:spMkLst>
        </pc:spChg>
        <pc:picChg chg="mod">
          <ac:chgData name="양 승규" userId="26c6f04fe2206057" providerId="LiveId" clId="{FFC451F6-5F07-4EAD-A500-31999C432077}" dt="2023-06-11T07:29:06.202" v="4047" actId="1076"/>
          <ac:picMkLst>
            <pc:docMk/>
            <pc:sldMk cId="1098972048" sldId="306"/>
            <ac:picMk id="4" creationId="{FAE04559-C023-10BB-CE59-E0D3F1FD9EF1}"/>
          </ac:picMkLst>
        </pc:picChg>
        <pc:picChg chg="mod">
          <ac:chgData name="양 승규" userId="26c6f04fe2206057" providerId="LiveId" clId="{FFC451F6-5F07-4EAD-A500-31999C432077}" dt="2023-06-11T07:29:16.540" v="4052" actId="1076"/>
          <ac:picMkLst>
            <pc:docMk/>
            <pc:sldMk cId="1098972048" sldId="306"/>
            <ac:picMk id="26" creationId="{E069070E-7031-0E9E-7C98-01B80351A9EF}"/>
          </ac:picMkLst>
        </pc:picChg>
        <pc:picChg chg="mod">
          <ac:chgData name="양 승규" userId="26c6f04fe2206057" providerId="LiveId" clId="{FFC451F6-5F07-4EAD-A500-31999C432077}" dt="2023-06-11T07:29:19.199" v="4053" actId="1076"/>
          <ac:picMkLst>
            <pc:docMk/>
            <pc:sldMk cId="1098972048" sldId="306"/>
            <ac:picMk id="28" creationId="{8AA1BE3D-C325-EAB0-801F-15A4024672B2}"/>
          </ac:picMkLst>
        </pc:picChg>
        <pc:picChg chg="mod">
          <ac:chgData name="양 승규" userId="26c6f04fe2206057" providerId="LiveId" clId="{FFC451F6-5F07-4EAD-A500-31999C432077}" dt="2023-06-11T07:29:23.121" v="4054" actId="1076"/>
          <ac:picMkLst>
            <pc:docMk/>
            <pc:sldMk cId="1098972048" sldId="306"/>
            <ac:picMk id="49" creationId="{6FBE45CC-F4B5-D56E-3FCC-44297A83CD46}"/>
          </ac:picMkLst>
        </pc:picChg>
        <pc:picChg chg="mod">
          <ac:chgData name="양 승규" userId="26c6f04fe2206057" providerId="LiveId" clId="{FFC451F6-5F07-4EAD-A500-31999C432077}" dt="2023-06-11T07:29:40.623" v="4057" actId="14100"/>
          <ac:picMkLst>
            <pc:docMk/>
            <pc:sldMk cId="1098972048" sldId="306"/>
            <ac:picMk id="56" creationId="{DF508412-26DE-EAEF-6666-511E11EF4AB1}"/>
          </ac:picMkLst>
        </pc:picChg>
      </pc:sldChg>
      <pc:sldChg chg="addSp delSp modSp add mod modNotesTx">
        <pc:chgData name="양 승규" userId="26c6f04fe2206057" providerId="LiveId" clId="{FFC451F6-5F07-4EAD-A500-31999C432077}" dt="2023-06-11T07:48:06.461" v="4935" actId="20577"/>
        <pc:sldMkLst>
          <pc:docMk/>
          <pc:sldMk cId="4246914153" sldId="307"/>
        </pc:sldMkLst>
        <pc:spChg chg="add mod ord">
          <ac:chgData name="양 승규" userId="26c6f04fe2206057" providerId="LiveId" clId="{FFC451F6-5F07-4EAD-A500-31999C432077}" dt="2023-06-11T07:39:14.108" v="4828" actId="167"/>
          <ac:spMkLst>
            <pc:docMk/>
            <pc:sldMk cId="4246914153" sldId="307"/>
            <ac:spMk id="5" creationId="{5E591203-DC53-5B24-6F6F-27D89C8AB5E6}"/>
          </ac:spMkLst>
        </pc:spChg>
        <pc:spChg chg="add mod ord">
          <ac:chgData name="양 승규" userId="26c6f04fe2206057" providerId="LiveId" clId="{FFC451F6-5F07-4EAD-A500-31999C432077}" dt="2023-06-11T07:39:28.081" v="4832" actId="167"/>
          <ac:spMkLst>
            <pc:docMk/>
            <pc:sldMk cId="4246914153" sldId="307"/>
            <ac:spMk id="7" creationId="{F6110A07-ADC4-8653-05F4-3E5ED49A3572}"/>
          </ac:spMkLst>
        </pc:spChg>
        <pc:spChg chg="add mod ord">
          <ac:chgData name="양 승규" userId="26c6f04fe2206057" providerId="LiveId" clId="{FFC451F6-5F07-4EAD-A500-31999C432077}" dt="2023-06-11T07:39:37.847" v="4835" actId="167"/>
          <ac:spMkLst>
            <pc:docMk/>
            <pc:sldMk cId="4246914153" sldId="307"/>
            <ac:spMk id="11" creationId="{3EA19F40-D10C-8E76-572D-054D99789B74}"/>
          </ac:spMkLst>
        </pc:spChg>
        <pc:spChg chg="del">
          <ac:chgData name="양 승규" userId="26c6f04fe2206057" providerId="LiveId" clId="{FFC451F6-5F07-4EAD-A500-31999C432077}" dt="2023-06-11T07:39:04.774" v="4824" actId="478"/>
          <ac:spMkLst>
            <pc:docMk/>
            <pc:sldMk cId="4246914153" sldId="307"/>
            <ac:spMk id="19" creationId="{5F54D868-7458-270F-D5A1-690FE89B1B20}"/>
          </ac:spMkLst>
        </pc:spChg>
        <pc:spChg chg="del">
          <ac:chgData name="양 승규" userId="26c6f04fe2206057" providerId="LiveId" clId="{FFC451F6-5F07-4EAD-A500-31999C432077}" dt="2023-06-11T07:39:17.775" v="4829" actId="478"/>
          <ac:spMkLst>
            <pc:docMk/>
            <pc:sldMk cId="4246914153" sldId="307"/>
            <ac:spMk id="24" creationId="{0E510C61-DA18-8550-D127-DF8FBA671372}"/>
          </ac:spMkLst>
        </pc:spChg>
        <pc:spChg chg="del">
          <ac:chgData name="양 승규" userId="26c6f04fe2206057" providerId="LiveId" clId="{FFC451F6-5F07-4EAD-A500-31999C432077}" dt="2023-06-11T07:39:18.735" v="4830" actId="478"/>
          <ac:spMkLst>
            <pc:docMk/>
            <pc:sldMk cId="4246914153" sldId="307"/>
            <ac:spMk id="25" creationId="{F3C73ADE-5C99-7BF5-E836-A8289956BC68}"/>
          </ac:spMkLst>
        </pc:spChg>
        <pc:spChg chg="mod">
          <ac:chgData name="양 승규" userId="26c6f04fe2206057" providerId="LiveId" clId="{FFC451F6-5F07-4EAD-A500-31999C432077}" dt="2023-06-11T07:33:04.126" v="4405" actId="20577"/>
          <ac:spMkLst>
            <pc:docMk/>
            <pc:sldMk cId="4246914153" sldId="307"/>
            <ac:spMk id="47" creationId="{3B919959-97EC-7C25-5CFA-2BE4D3C135D9}"/>
          </ac:spMkLst>
        </pc:spChg>
        <pc:picChg chg="mod">
          <ac:chgData name="양 승규" userId="26c6f04fe2206057" providerId="LiveId" clId="{FFC451F6-5F07-4EAD-A500-31999C432077}" dt="2023-06-11T07:06:31.808" v="3058" actId="1076"/>
          <ac:picMkLst>
            <pc:docMk/>
            <pc:sldMk cId="4246914153" sldId="307"/>
            <ac:picMk id="4" creationId="{13A63442-83C3-CBBF-E94F-4B1F2876F6AE}"/>
          </ac:picMkLst>
        </pc:picChg>
        <pc:picChg chg="mod">
          <ac:chgData name="양 승규" userId="26c6f04fe2206057" providerId="LiveId" clId="{FFC451F6-5F07-4EAD-A500-31999C432077}" dt="2023-06-11T07:07:06.884" v="3067" actId="14100"/>
          <ac:picMkLst>
            <pc:docMk/>
            <pc:sldMk cId="4246914153" sldId="307"/>
            <ac:picMk id="15" creationId="{04F1B944-693E-A5C6-11B4-0C4132FBE6B4}"/>
          </ac:picMkLst>
        </pc:picChg>
        <pc:picChg chg="mod">
          <ac:chgData name="양 승규" userId="26c6f04fe2206057" providerId="LiveId" clId="{FFC451F6-5F07-4EAD-A500-31999C432077}" dt="2023-06-11T07:07:16.300" v="3071" actId="14100"/>
          <ac:picMkLst>
            <pc:docMk/>
            <pc:sldMk cId="4246914153" sldId="307"/>
            <ac:picMk id="31" creationId="{9FA57007-6487-3E38-C364-7B68B2A38471}"/>
          </ac:picMkLst>
        </pc:picChg>
        <pc:picChg chg="mod modCrop">
          <ac:chgData name="양 승규" userId="26c6f04fe2206057" providerId="LiveId" clId="{FFC451F6-5F07-4EAD-A500-31999C432077}" dt="2023-06-11T07:08:00.720" v="3081" actId="14100"/>
          <ac:picMkLst>
            <pc:docMk/>
            <pc:sldMk cId="4246914153" sldId="307"/>
            <ac:picMk id="33" creationId="{E5ABA685-687D-0FCD-BF22-3BA5D0E7F080}"/>
          </ac:picMkLst>
        </pc:picChg>
        <pc:picChg chg="mod">
          <ac:chgData name="양 승규" userId="26c6f04fe2206057" providerId="LiveId" clId="{FFC451F6-5F07-4EAD-A500-31999C432077}" dt="2023-06-11T07:07:09.054" v="3068" actId="14100"/>
          <ac:picMkLst>
            <pc:docMk/>
            <pc:sldMk cId="4246914153" sldId="307"/>
            <ac:picMk id="35" creationId="{DE052258-EF37-3919-0D5B-27626AAFCA3B}"/>
          </ac:picMkLst>
        </pc:picChg>
        <pc:cxnChg chg="add del mod">
          <ac:chgData name="양 승규" userId="26c6f04fe2206057" providerId="LiveId" clId="{FFC451F6-5F07-4EAD-A500-31999C432077}" dt="2023-06-11T07:39:06.590" v="4826"/>
          <ac:cxnSpMkLst>
            <pc:docMk/>
            <pc:sldMk cId="4246914153" sldId="307"/>
            <ac:cxnSpMk id="3" creationId="{F07F31B7-5B55-0A88-19E5-5A16D873BB48}"/>
          </ac:cxnSpMkLst>
        </pc:cxnChg>
      </pc:sldChg>
      <pc:sldChg chg="addSp delSp modSp add mod modNotesTx">
        <pc:chgData name="양 승규" userId="26c6f04fe2206057" providerId="LiveId" clId="{FFC451F6-5F07-4EAD-A500-31999C432077}" dt="2023-06-11T07:52:01.177" v="5090" actId="20577"/>
        <pc:sldMkLst>
          <pc:docMk/>
          <pc:sldMk cId="675808265" sldId="308"/>
        </pc:sldMkLst>
        <pc:spChg chg="add mod ord">
          <ac:chgData name="양 승규" userId="26c6f04fe2206057" providerId="LiveId" clId="{FFC451F6-5F07-4EAD-A500-31999C432077}" dt="2023-06-11T07:41:03.937" v="4859" actId="167"/>
          <ac:spMkLst>
            <pc:docMk/>
            <pc:sldMk cId="675808265" sldId="308"/>
            <ac:spMk id="3" creationId="{1C518CC2-F1C8-AA9E-01A5-EC6419D32EDB}"/>
          </ac:spMkLst>
        </pc:spChg>
        <pc:spChg chg="add mod ord">
          <ac:chgData name="양 승규" userId="26c6f04fe2206057" providerId="LiveId" clId="{FFC451F6-5F07-4EAD-A500-31999C432077}" dt="2023-06-11T07:41:21.980" v="4866" actId="167"/>
          <ac:spMkLst>
            <pc:docMk/>
            <pc:sldMk cId="675808265" sldId="308"/>
            <ac:spMk id="5" creationId="{E0E2315C-D067-6D86-72C4-8E7C66C793DB}"/>
          </ac:spMkLst>
        </pc:spChg>
        <pc:spChg chg="del">
          <ac:chgData name="양 승규" userId="26c6f04fe2206057" providerId="LiveId" clId="{FFC451F6-5F07-4EAD-A500-31999C432077}" dt="2023-06-11T07:40:58.909" v="4857" actId="478"/>
          <ac:spMkLst>
            <pc:docMk/>
            <pc:sldMk cId="675808265" sldId="308"/>
            <ac:spMk id="19" creationId="{5F54D868-7458-270F-D5A1-690FE89B1B20}"/>
          </ac:spMkLst>
        </pc:spChg>
        <pc:spChg chg="del">
          <ac:chgData name="양 승규" userId="26c6f04fe2206057" providerId="LiveId" clId="{FFC451F6-5F07-4EAD-A500-31999C432077}" dt="2023-06-11T07:41:15.354" v="4864" actId="478"/>
          <ac:spMkLst>
            <pc:docMk/>
            <pc:sldMk cId="675808265" sldId="308"/>
            <ac:spMk id="25" creationId="{F3C73ADE-5C99-7BF5-E836-A8289956BC68}"/>
          </ac:spMkLst>
        </pc:spChg>
        <pc:spChg chg="mod">
          <ac:chgData name="양 승규" userId="26c6f04fe2206057" providerId="LiveId" clId="{FFC451F6-5F07-4EAD-A500-31999C432077}" dt="2023-06-11T07:33:15.182" v="4419" actId="20577"/>
          <ac:spMkLst>
            <pc:docMk/>
            <pc:sldMk cId="675808265" sldId="308"/>
            <ac:spMk id="47" creationId="{3B919959-97EC-7C25-5CFA-2BE4D3C135D9}"/>
          </ac:spMkLst>
        </pc:spChg>
        <pc:picChg chg="mod">
          <ac:chgData name="양 승규" userId="26c6f04fe2206057" providerId="LiveId" clId="{FFC451F6-5F07-4EAD-A500-31999C432077}" dt="2023-06-11T07:40:56.217" v="4856" actId="1076"/>
          <ac:picMkLst>
            <pc:docMk/>
            <pc:sldMk cId="675808265" sldId="308"/>
            <ac:picMk id="4" creationId="{84B9958C-4B90-5200-5BCE-B2E741160C66}"/>
          </ac:picMkLst>
        </pc:picChg>
        <pc:picChg chg="mod">
          <ac:chgData name="양 승규" userId="26c6f04fe2206057" providerId="LiveId" clId="{FFC451F6-5F07-4EAD-A500-31999C432077}" dt="2023-06-11T07:41:10.931" v="4862" actId="1076"/>
          <ac:picMkLst>
            <pc:docMk/>
            <pc:sldMk cId="675808265" sldId="308"/>
            <ac:picMk id="11" creationId="{BA5606D1-7E50-B0F8-C631-6CEAEAEB4325}"/>
          </ac:picMkLst>
        </pc:picChg>
        <pc:picChg chg="mod">
          <ac:chgData name="양 승규" userId="26c6f04fe2206057" providerId="LiveId" clId="{FFC451F6-5F07-4EAD-A500-31999C432077}" dt="2023-06-11T07:41:08.373" v="4861" actId="1076"/>
          <ac:picMkLst>
            <pc:docMk/>
            <pc:sldMk cId="675808265" sldId="308"/>
            <ac:picMk id="15" creationId="{F48B3D33-9C5D-EFFB-4536-09E8F14490A6}"/>
          </ac:picMkLst>
        </pc:picChg>
        <pc:picChg chg="mod">
          <ac:chgData name="양 승규" userId="26c6f04fe2206057" providerId="LiveId" clId="{FFC451F6-5F07-4EAD-A500-31999C432077}" dt="2023-06-11T07:41:12.993" v="4863" actId="1076"/>
          <ac:picMkLst>
            <pc:docMk/>
            <pc:sldMk cId="675808265" sldId="308"/>
            <ac:picMk id="29" creationId="{ED1506E1-EE7F-9922-8A05-FC8F8942FE5F}"/>
          </ac:picMkLst>
        </pc:picChg>
      </pc:sldChg>
      <pc:sldChg chg="addSp delSp modSp add mod modNotesTx">
        <pc:chgData name="양 승규" userId="26c6f04fe2206057" providerId="LiveId" clId="{FFC451F6-5F07-4EAD-A500-31999C432077}" dt="2023-06-11T07:56:38.861" v="5304" actId="14100"/>
        <pc:sldMkLst>
          <pc:docMk/>
          <pc:sldMk cId="182052209" sldId="309"/>
        </pc:sldMkLst>
        <pc:spChg chg="add mod ord">
          <ac:chgData name="양 승규" userId="26c6f04fe2206057" providerId="LiveId" clId="{FFC451F6-5F07-4EAD-A500-31999C432077}" dt="2023-06-11T07:42:48.191" v="4886" actId="167"/>
          <ac:spMkLst>
            <pc:docMk/>
            <pc:sldMk cId="182052209" sldId="309"/>
            <ac:spMk id="3" creationId="{935EDB86-CF93-92BB-9EF0-09BC11035A5A}"/>
          </ac:spMkLst>
        </pc:spChg>
        <pc:spChg chg="mod">
          <ac:chgData name="양 승규" userId="26c6f04fe2206057" providerId="LiveId" clId="{FFC451F6-5F07-4EAD-A500-31999C432077}" dt="2023-06-11T07:56:27.521" v="5302" actId="20577"/>
          <ac:spMkLst>
            <pc:docMk/>
            <pc:sldMk cId="182052209" sldId="309"/>
            <ac:spMk id="16" creationId="{0AF209CB-459A-F290-C3E6-717B56A5AB79}"/>
          </ac:spMkLst>
        </pc:spChg>
        <pc:spChg chg="del">
          <ac:chgData name="양 승규" userId="26c6f04fe2206057" providerId="LiveId" clId="{FFC451F6-5F07-4EAD-A500-31999C432077}" dt="2023-06-11T07:42:42.542" v="4884" actId="478"/>
          <ac:spMkLst>
            <pc:docMk/>
            <pc:sldMk cId="182052209" sldId="309"/>
            <ac:spMk id="19" creationId="{5F54D868-7458-270F-D5A1-690FE89B1B20}"/>
          </ac:spMkLst>
        </pc:spChg>
        <pc:spChg chg="del">
          <ac:chgData name="양 승규" userId="26c6f04fe2206057" providerId="LiveId" clId="{FFC451F6-5F07-4EAD-A500-31999C432077}" dt="2023-06-11T07:56:36.292" v="5303" actId="478"/>
          <ac:spMkLst>
            <pc:docMk/>
            <pc:sldMk cId="182052209" sldId="309"/>
            <ac:spMk id="33" creationId="{54953659-77E8-3B35-5914-2AFE2539F9FE}"/>
          </ac:spMkLst>
        </pc:spChg>
        <pc:spChg chg="mod">
          <ac:chgData name="양 승규" userId="26c6f04fe2206057" providerId="LiveId" clId="{FFC451F6-5F07-4EAD-A500-31999C432077}" dt="2023-06-11T07:33:34.110" v="4449" actId="20577"/>
          <ac:spMkLst>
            <pc:docMk/>
            <pc:sldMk cId="182052209" sldId="309"/>
            <ac:spMk id="47" creationId="{3B919959-97EC-7C25-5CFA-2BE4D3C135D9}"/>
          </ac:spMkLst>
        </pc:spChg>
        <pc:picChg chg="mod">
          <ac:chgData name="양 승규" userId="26c6f04fe2206057" providerId="LiveId" clId="{FFC451F6-5F07-4EAD-A500-31999C432077}" dt="2023-06-11T07:43:05.844" v="4894" actId="14100"/>
          <ac:picMkLst>
            <pc:docMk/>
            <pc:sldMk cId="182052209" sldId="309"/>
            <ac:picMk id="4" creationId="{927826C0-0F79-BC3B-BFD4-6458F43D0BF2}"/>
          </ac:picMkLst>
        </pc:picChg>
        <pc:picChg chg="mod">
          <ac:chgData name="양 승규" userId="26c6f04fe2206057" providerId="LiveId" clId="{FFC451F6-5F07-4EAD-A500-31999C432077}" dt="2023-06-11T07:43:12.941" v="4895" actId="1076"/>
          <ac:picMkLst>
            <pc:docMk/>
            <pc:sldMk cId="182052209" sldId="309"/>
            <ac:picMk id="7" creationId="{B6A20C5D-3627-B1F9-8485-AD969C12F1F7}"/>
          </ac:picMkLst>
        </pc:picChg>
        <pc:picChg chg="mod">
          <ac:chgData name="양 승규" userId="26c6f04fe2206057" providerId="LiveId" clId="{FFC451F6-5F07-4EAD-A500-31999C432077}" dt="2023-06-11T07:42:51.521" v="4887" actId="1076"/>
          <ac:picMkLst>
            <pc:docMk/>
            <pc:sldMk cId="182052209" sldId="309"/>
            <ac:picMk id="27" creationId="{7E5CF213-2377-7CE3-623D-55AF8D630ED6}"/>
          </ac:picMkLst>
        </pc:picChg>
        <pc:picChg chg="mod">
          <ac:chgData name="양 승규" userId="26c6f04fe2206057" providerId="LiveId" clId="{FFC451F6-5F07-4EAD-A500-31999C432077}" dt="2023-06-11T07:42:57.247" v="4889" actId="1076"/>
          <ac:picMkLst>
            <pc:docMk/>
            <pc:sldMk cId="182052209" sldId="309"/>
            <ac:picMk id="28" creationId="{FC1D55F6-A30D-C551-1171-A747B9EB2500}"/>
          </ac:picMkLst>
        </pc:picChg>
        <pc:picChg chg="mod">
          <ac:chgData name="양 승규" userId="26c6f04fe2206057" providerId="LiveId" clId="{FFC451F6-5F07-4EAD-A500-31999C432077}" dt="2023-06-11T07:56:38.861" v="5304" actId="14100"/>
          <ac:picMkLst>
            <pc:docMk/>
            <pc:sldMk cId="182052209" sldId="309"/>
            <ac:picMk id="32" creationId="{99BD8DF3-6751-F9BC-86FE-48774F3A91EE}"/>
          </ac:picMkLst>
        </pc:picChg>
      </pc:sldChg>
      <pc:sldChg chg="addSp delSp modSp new mod setBg">
        <pc:chgData name="양 승규" userId="26c6f04fe2206057" providerId="LiveId" clId="{FFC451F6-5F07-4EAD-A500-31999C432077}" dt="2023-06-11T08:03:46.818" v="5466" actId="1076"/>
        <pc:sldMkLst>
          <pc:docMk/>
          <pc:sldMk cId="4077384387" sldId="310"/>
        </pc:sldMkLst>
        <pc:spChg chg="add mod">
          <ac:chgData name="양 승규" userId="26c6f04fe2206057" providerId="LiveId" clId="{FFC451F6-5F07-4EAD-A500-31999C432077}" dt="2023-06-11T07:59:20.100" v="5317" actId="207"/>
          <ac:spMkLst>
            <pc:docMk/>
            <pc:sldMk cId="4077384387" sldId="310"/>
            <ac:spMk id="3" creationId="{A052DE6F-1C47-4412-F323-2F482A65B29B}"/>
          </ac:spMkLst>
        </pc:spChg>
        <pc:spChg chg="add mod">
          <ac:chgData name="양 승규" userId="26c6f04fe2206057" providerId="LiveId" clId="{FFC451F6-5F07-4EAD-A500-31999C432077}" dt="2023-06-11T07:59:31.862" v="5340" actId="20577"/>
          <ac:spMkLst>
            <pc:docMk/>
            <pc:sldMk cId="4077384387" sldId="310"/>
            <ac:spMk id="4" creationId="{F01A0C53-FCAB-8B28-6C00-CFE59A475929}"/>
          </ac:spMkLst>
        </pc:spChg>
        <pc:spChg chg="add mod">
          <ac:chgData name="양 승규" userId="26c6f04fe2206057" providerId="LiveId" clId="{FFC451F6-5F07-4EAD-A500-31999C432077}" dt="2023-06-11T07:59:28.332" v="5338" actId="20577"/>
          <ac:spMkLst>
            <pc:docMk/>
            <pc:sldMk cId="4077384387" sldId="310"/>
            <ac:spMk id="5" creationId="{17140EBA-E174-6ABC-FB57-EBA9D600C7D1}"/>
          </ac:spMkLst>
        </pc:spChg>
        <pc:spChg chg="add del mod">
          <ac:chgData name="양 승규" userId="26c6f04fe2206057" providerId="LiveId" clId="{FFC451F6-5F07-4EAD-A500-31999C432077}" dt="2023-06-11T08:00:23.228" v="5348"/>
          <ac:spMkLst>
            <pc:docMk/>
            <pc:sldMk cId="4077384387" sldId="310"/>
            <ac:spMk id="6" creationId="{F09D9F7D-AE98-5570-154A-83716F3E31A3}"/>
          </ac:spMkLst>
        </pc:spChg>
        <pc:spChg chg="add del mod">
          <ac:chgData name="양 승규" userId="26c6f04fe2206057" providerId="LiveId" clId="{FFC451F6-5F07-4EAD-A500-31999C432077}" dt="2023-06-11T08:00:23.228" v="5348"/>
          <ac:spMkLst>
            <pc:docMk/>
            <pc:sldMk cId="4077384387" sldId="310"/>
            <ac:spMk id="7" creationId="{046F7C2D-E20F-827C-8BFA-ED2AD6B7E602}"/>
          </ac:spMkLst>
        </pc:spChg>
        <pc:spChg chg="add del mod">
          <ac:chgData name="양 승규" userId="26c6f04fe2206057" providerId="LiveId" clId="{FFC451F6-5F07-4EAD-A500-31999C432077}" dt="2023-06-11T08:00:23.228" v="5348"/>
          <ac:spMkLst>
            <pc:docMk/>
            <pc:sldMk cId="4077384387" sldId="310"/>
            <ac:spMk id="8" creationId="{12B61A9F-3B1D-8CAD-8D9D-1B692A93D4E6}"/>
          </ac:spMkLst>
        </pc:spChg>
        <pc:spChg chg="add del mod">
          <ac:chgData name="양 승규" userId="26c6f04fe2206057" providerId="LiveId" clId="{FFC451F6-5F07-4EAD-A500-31999C432077}" dt="2023-06-11T08:00:23.228" v="5348"/>
          <ac:spMkLst>
            <pc:docMk/>
            <pc:sldMk cId="4077384387" sldId="310"/>
            <ac:spMk id="9" creationId="{A6ECF1DB-0ED0-5AB7-35AE-B6B895DE6B52}"/>
          </ac:spMkLst>
        </pc:spChg>
        <pc:spChg chg="add del mod">
          <ac:chgData name="양 승규" userId="26c6f04fe2206057" providerId="LiveId" clId="{FFC451F6-5F07-4EAD-A500-31999C432077}" dt="2023-06-11T08:00:23.228" v="5348"/>
          <ac:spMkLst>
            <pc:docMk/>
            <pc:sldMk cId="4077384387" sldId="310"/>
            <ac:spMk id="10" creationId="{D93A58AF-69D2-AC0C-51FB-7B39001FC63D}"/>
          </ac:spMkLst>
        </pc:spChg>
        <pc:spChg chg="add del mod">
          <ac:chgData name="양 승규" userId="26c6f04fe2206057" providerId="LiveId" clId="{FFC451F6-5F07-4EAD-A500-31999C432077}" dt="2023-06-11T08:00:23.228" v="5348"/>
          <ac:spMkLst>
            <pc:docMk/>
            <pc:sldMk cId="4077384387" sldId="310"/>
            <ac:spMk id="11" creationId="{919906E4-5195-B576-9C82-D05E16EB5E57}"/>
          </ac:spMkLst>
        </pc:spChg>
        <pc:spChg chg="add del mod">
          <ac:chgData name="양 승규" userId="26c6f04fe2206057" providerId="LiveId" clId="{FFC451F6-5F07-4EAD-A500-31999C432077}" dt="2023-06-11T08:00:43.995" v="5354"/>
          <ac:spMkLst>
            <pc:docMk/>
            <pc:sldMk cId="4077384387" sldId="310"/>
            <ac:spMk id="12" creationId="{6EFCA46B-BF11-DBC1-5099-1C6AA2E13131}"/>
          </ac:spMkLst>
        </pc:spChg>
        <pc:spChg chg="add del mod">
          <ac:chgData name="양 승규" userId="26c6f04fe2206057" providerId="LiveId" clId="{FFC451F6-5F07-4EAD-A500-31999C432077}" dt="2023-06-11T08:00:43.995" v="5354"/>
          <ac:spMkLst>
            <pc:docMk/>
            <pc:sldMk cId="4077384387" sldId="310"/>
            <ac:spMk id="13" creationId="{47F3D2C7-6FE3-0303-5786-477A8C835483}"/>
          </ac:spMkLst>
        </pc:spChg>
        <pc:spChg chg="add del mod">
          <ac:chgData name="양 승규" userId="26c6f04fe2206057" providerId="LiveId" clId="{FFC451F6-5F07-4EAD-A500-31999C432077}" dt="2023-06-11T08:00:43.995" v="5354"/>
          <ac:spMkLst>
            <pc:docMk/>
            <pc:sldMk cId="4077384387" sldId="310"/>
            <ac:spMk id="14" creationId="{12E83E9E-B15C-48AC-AC03-D5E4C47429D6}"/>
          </ac:spMkLst>
        </pc:spChg>
        <pc:spChg chg="add del mod">
          <ac:chgData name="양 승규" userId="26c6f04fe2206057" providerId="LiveId" clId="{FFC451F6-5F07-4EAD-A500-31999C432077}" dt="2023-06-11T08:00:43.995" v="5354"/>
          <ac:spMkLst>
            <pc:docMk/>
            <pc:sldMk cId="4077384387" sldId="310"/>
            <ac:spMk id="15" creationId="{C70407BF-95D2-7676-AB16-DF81D494F433}"/>
          </ac:spMkLst>
        </pc:spChg>
        <pc:spChg chg="add del mod">
          <ac:chgData name="양 승규" userId="26c6f04fe2206057" providerId="LiveId" clId="{FFC451F6-5F07-4EAD-A500-31999C432077}" dt="2023-06-11T08:00:43.995" v="5354"/>
          <ac:spMkLst>
            <pc:docMk/>
            <pc:sldMk cId="4077384387" sldId="310"/>
            <ac:spMk id="16" creationId="{D93DA1D5-DFAB-8020-697F-5D1EF3974CEF}"/>
          </ac:spMkLst>
        </pc:spChg>
        <pc:spChg chg="add del mod">
          <ac:chgData name="양 승규" userId="26c6f04fe2206057" providerId="LiveId" clId="{FFC451F6-5F07-4EAD-A500-31999C432077}" dt="2023-06-11T08:00:43.995" v="5354"/>
          <ac:spMkLst>
            <pc:docMk/>
            <pc:sldMk cId="4077384387" sldId="310"/>
            <ac:spMk id="17" creationId="{F793C3C6-9220-323D-7564-989A4613B77A}"/>
          </ac:spMkLst>
        </pc:spChg>
        <pc:spChg chg="add del mod">
          <ac:chgData name="양 승규" userId="26c6f04fe2206057" providerId="LiveId" clId="{FFC451F6-5F07-4EAD-A500-31999C432077}" dt="2023-06-11T08:01:38.031" v="5367" actId="478"/>
          <ac:spMkLst>
            <pc:docMk/>
            <pc:sldMk cId="4077384387" sldId="310"/>
            <ac:spMk id="18" creationId="{0A19BE6E-721A-700C-6817-81BE1263F541}"/>
          </ac:spMkLst>
        </pc:spChg>
        <pc:spChg chg="add del mod">
          <ac:chgData name="양 승규" userId="26c6f04fe2206057" providerId="LiveId" clId="{FFC451F6-5F07-4EAD-A500-31999C432077}" dt="2023-06-11T08:01:38.925" v="5368" actId="478"/>
          <ac:spMkLst>
            <pc:docMk/>
            <pc:sldMk cId="4077384387" sldId="310"/>
            <ac:spMk id="19" creationId="{F904F513-101B-5538-E9BF-A21B3F45AC81}"/>
          </ac:spMkLst>
        </pc:spChg>
        <pc:spChg chg="add del mod">
          <ac:chgData name="양 승규" userId="26c6f04fe2206057" providerId="LiveId" clId="{FFC451F6-5F07-4EAD-A500-31999C432077}" dt="2023-06-11T08:01:37.012" v="5366" actId="478"/>
          <ac:spMkLst>
            <pc:docMk/>
            <pc:sldMk cId="4077384387" sldId="310"/>
            <ac:spMk id="20" creationId="{AA1B3604-1AE2-EE42-A4A2-A5F36B2BA96A}"/>
          </ac:spMkLst>
        </pc:spChg>
        <pc:spChg chg="add mod">
          <ac:chgData name="양 승규" userId="26c6f04fe2206057" providerId="LiveId" clId="{FFC451F6-5F07-4EAD-A500-31999C432077}" dt="2023-06-11T08:01:43.413" v="5369"/>
          <ac:spMkLst>
            <pc:docMk/>
            <pc:sldMk cId="4077384387" sldId="310"/>
            <ac:spMk id="21" creationId="{9538B0D1-6CE6-DC0E-330A-1F4C354CFA1D}"/>
          </ac:spMkLst>
        </pc:spChg>
        <pc:spChg chg="add mod">
          <ac:chgData name="양 승규" userId="26c6f04fe2206057" providerId="LiveId" clId="{FFC451F6-5F07-4EAD-A500-31999C432077}" dt="2023-06-11T08:01:43.413" v="5369"/>
          <ac:spMkLst>
            <pc:docMk/>
            <pc:sldMk cId="4077384387" sldId="310"/>
            <ac:spMk id="22" creationId="{C7671445-736B-59A2-A980-EC16921B31A4}"/>
          </ac:spMkLst>
        </pc:spChg>
        <pc:spChg chg="add mod">
          <ac:chgData name="양 승규" userId="26c6f04fe2206057" providerId="LiveId" clId="{FFC451F6-5F07-4EAD-A500-31999C432077}" dt="2023-06-11T08:01:43.413" v="5369"/>
          <ac:spMkLst>
            <pc:docMk/>
            <pc:sldMk cId="4077384387" sldId="310"/>
            <ac:spMk id="23" creationId="{738865BC-56DD-29F3-E093-FD44EE20A0E5}"/>
          </ac:spMkLst>
        </pc:spChg>
        <pc:spChg chg="add mod">
          <ac:chgData name="양 승규" userId="26c6f04fe2206057" providerId="LiveId" clId="{FFC451F6-5F07-4EAD-A500-31999C432077}" dt="2023-06-11T08:01:58.213" v="5378" actId="20577"/>
          <ac:spMkLst>
            <pc:docMk/>
            <pc:sldMk cId="4077384387" sldId="310"/>
            <ac:spMk id="24" creationId="{2A80C1F0-1CB4-A34A-263E-5A86D00EAE94}"/>
          </ac:spMkLst>
        </pc:spChg>
        <pc:spChg chg="add mod">
          <ac:chgData name="양 승규" userId="26c6f04fe2206057" providerId="LiveId" clId="{FFC451F6-5F07-4EAD-A500-31999C432077}" dt="2023-06-11T08:02:10.595" v="5394" actId="20577"/>
          <ac:spMkLst>
            <pc:docMk/>
            <pc:sldMk cId="4077384387" sldId="310"/>
            <ac:spMk id="25" creationId="{EEA49DCF-783B-BB03-C139-100AB66CF3BE}"/>
          </ac:spMkLst>
        </pc:spChg>
        <pc:spChg chg="add mod">
          <ac:chgData name="양 승규" userId="26c6f04fe2206057" providerId="LiveId" clId="{FFC451F6-5F07-4EAD-A500-31999C432077}" dt="2023-06-11T08:03:05.969" v="5437" actId="20577"/>
          <ac:spMkLst>
            <pc:docMk/>
            <pc:sldMk cId="4077384387" sldId="310"/>
            <ac:spMk id="26" creationId="{25CF2D7B-965A-0E12-27B9-30049ED502B9}"/>
          </ac:spMkLst>
        </pc:spChg>
        <pc:spChg chg="add mod">
          <ac:chgData name="양 승규" userId="26c6f04fe2206057" providerId="LiveId" clId="{FFC451F6-5F07-4EAD-A500-31999C432077}" dt="2023-06-11T08:03:46.818" v="5466" actId="1076"/>
          <ac:spMkLst>
            <pc:docMk/>
            <pc:sldMk cId="4077384387" sldId="310"/>
            <ac:spMk id="27" creationId="{7560EDB9-6DC9-E2D9-D842-3ADB96406FA7}"/>
          </ac:spMkLst>
        </pc:spChg>
        <pc:cxnChg chg="add mod">
          <ac:chgData name="양 승규" userId="26c6f04fe2206057" providerId="LiveId" clId="{FFC451F6-5F07-4EAD-A500-31999C432077}" dt="2023-06-11T07:58:56.096" v="5314" actId="692"/>
          <ac:cxnSpMkLst>
            <pc:docMk/>
            <pc:sldMk cId="4077384387" sldId="310"/>
            <ac:cxnSpMk id="2" creationId="{150ECBEF-B545-5E95-FF2A-EFD94F1BD9B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77C70-0597-4841-9FAD-FDD3098C0DDF}" type="datetimeFigureOut">
              <a:rPr lang="ko-KR" altLang="en-US" smtClean="0"/>
              <a:t>2023-06-11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1A1CA-5B08-40CE-8D2F-7A9C3928951C}" type="slidenum">
              <a:rPr lang="ko-KR" altLang="en-US" smtClean="0"/>
              <a:t>‹#›</a:t>
            </a:fld>
            <a:endParaRPr lang="ko-KR" altLang="en-US"/>
          </a:p>
        </p:txBody>
      </p:sp>
    </p:spTree>
    <p:extLst>
      <p:ext uri="{BB962C8B-B14F-4D97-AF65-F5344CB8AC3E}">
        <p14:creationId xmlns:p14="http://schemas.microsoft.com/office/powerpoint/2010/main" val="183859375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000000"/>
                </a:solidFill>
                <a:effectLst/>
                <a:latin typeface="noto"/>
              </a:rPr>
              <a:t>Hello, we’re Yang Seung-</a:t>
            </a:r>
            <a:r>
              <a:rPr lang="en-US" altLang="ko-KR" b="0" i="0" dirty="0" err="1">
                <a:solidFill>
                  <a:srgbClr val="000000"/>
                </a:solidFill>
                <a:effectLst/>
                <a:latin typeface="noto"/>
              </a:rPr>
              <a:t>gyu</a:t>
            </a:r>
            <a:r>
              <a:rPr lang="en-US" altLang="ko-KR" b="0" i="0" dirty="0">
                <a:solidFill>
                  <a:srgbClr val="000000"/>
                </a:solidFill>
                <a:effectLst/>
                <a:latin typeface="noto"/>
              </a:rPr>
              <a:t> and Lee Dong-gun, who chose image classification as the subject of this comprehensive design.</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1</a:t>
            </a:fld>
            <a:endParaRPr lang="ko-KR" altLang="en-US"/>
          </a:p>
        </p:txBody>
      </p:sp>
    </p:spTree>
    <p:extLst>
      <p:ext uri="{BB962C8B-B14F-4D97-AF65-F5344CB8AC3E}">
        <p14:creationId xmlns:p14="http://schemas.microsoft.com/office/powerpoint/2010/main" val="2860307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And these are the contents of our presentation. We are going to start with the plan of our team, and we introduce about the process of experiment by 4 basic topics. Finally, we’re going to wrap up the presentation with the last, final code and results.</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2</a:t>
            </a:fld>
            <a:endParaRPr lang="ko-KR" altLang="en-US"/>
          </a:p>
        </p:txBody>
      </p:sp>
    </p:spTree>
    <p:extLst>
      <p:ext uri="{BB962C8B-B14F-4D97-AF65-F5344CB8AC3E}">
        <p14:creationId xmlns:p14="http://schemas.microsoft.com/office/powerpoint/2010/main" val="1152744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is the plan of our team and now we’re in here.</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3</a:t>
            </a:fld>
            <a:endParaRPr lang="ko-KR" altLang="en-US"/>
          </a:p>
        </p:txBody>
      </p:sp>
    </p:spTree>
    <p:extLst>
      <p:ext uri="{BB962C8B-B14F-4D97-AF65-F5344CB8AC3E}">
        <p14:creationId xmlns:p14="http://schemas.microsoft.com/office/powerpoint/2010/main" val="2386608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focused on these four basic topics and proceeded with the development. </a:t>
            </a:r>
          </a:p>
          <a:p>
            <a:r>
              <a:rPr lang="en-US" altLang="ko-KR" dirty="0"/>
              <a:t>In the case of network, it is the central part of the code, which has the tendency of accuracy with the deeper and wider the layers. So we start experiment with the deeper layer by using basic code, and finally we use </a:t>
            </a:r>
            <a:r>
              <a:rPr lang="en-US" altLang="ko-KR" dirty="0" err="1"/>
              <a:t>ResNet</a:t>
            </a:r>
            <a:r>
              <a:rPr lang="en-US" altLang="ko-KR" dirty="0"/>
              <a:t> Network.</a:t>
            </a:r>
          </a:p>
          <a:p>
            <a:r>
              <a:rPr lang="en-US" altLang="ko-KR" dirty="0"/>
              <a:t>For loss function and optimizer, they act as tools to help with image classification accuracy. We tried to use various loss functions and optimizers, finally we use </a:t>
            </a:r>
            <a:r>
              <a:rPr lang="en-US" altLang="ko-KR" dirty="0" err="1"/>
              <a:t>mixup</a:t>
            </a:r>
            <a:r>
              <a:rPr lang="en-US" altLang="ko-KR" dirty="0"/>
              <a:t> training and label smoothing as loss function and SGD as optimizer.</a:t>
            </a:r>
          </a:p>
          <a:p>
            <a:r>
              <a:rPr lang="en-US" altLang="ko-KR" dirty="0"/>
              <a:t>Finally, we increase epoch to get better accuracy of CNN network. </a:t>
            </a:r>
          </a:p>
          <a:p>
            <a:r>
              <a:rPr lang="en-US" altLang="ko-KR" dirty="0"/>
              <a:t>So, we start with the code of CNN network and hyperparameter, and we explore loss function and optimizer.</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4</a:t>
            </a:fld>
            <a:endParaRPr lang="ko-KR" altLang="en-US"/>
          </a:p>
        </p:txBody>
      </p:sp>
    </p:spTree>
    <p:extLst>
      <p:ext uri="{BB962C8B-B14F-4D97-AF65-F5344CB8AC3E}">
        <p14:creationId xmlns:p14="http://schemas.microsoft.com/office/powerpoint/2010/main" val="2746532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we introduce about the detail of experiments of our team.</a:t>
            </a:r>
          </a:p>
          <a:p>
            <a:r>
              <a:rPr lang="en-US" altLang="ko-KR" dirty="0"/>
              <a:t>This is the</a:t>
            </a:r>
            <a:r>
              <a:rPr lang="ko-KR" altLang="en-US" dirty="0"/>
              <a:t> </a:t>
            </a:r>
            <a:r>
              <a:rPr lang="en-US" altLang="ko-KR" dirty="0"/>
              <a:t>basic</a:t>
            </a:r>
            <a:r>
              <a:rPr lang="ko-KR" altLang="en-US" dirty="0"/>
              <a:t> </a:t>
            </a:r>
            <a:r>
              <a:rPr lang="en-US" altLang="ko-KR" dirty="0"/>
              <a:t>model that the class give to us. And you can see that the result is not good to use.</a:t>
            </a:r>
          </a:p>
          <a:p>
            <a:r>
              <a:rPr lang="en-US" altLang="ko-KR" dirty="0"/>
              <a:t>So we should improve the accuracy by develop the code.</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5</a:t>
            </a:fld>
            <a:endParaRPr lang="ko-KR" altLang="en-US"/>
          </a:p>
        </p:txBody>
      </p:sp>
    </p:spTree>
    <p:extLst>
      <p:ext uri="{BB962C8B-B14F-4D97-AF65-F5344CB8AC3E}">
        <p14:creationId xmlns:p14="http://schemas.microsoft.com/office/powerpoint/2010/main" val="1853196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000000"/>
                </a:solidFill>
                <a:effectLst/>
                <a:latin typeface="noto"/>
              </a:rPr>
              <a:t>Therefore, we implemented the network of the underlying model deeper and used the batch norm that can improve performance further in this process.</a:t>
            </a:r>
          </a:p>
          <a:p>
            <a:r>
              <a:rPr lang="en-US" altLang="ko-KR" b="0" i="0" dirty="0">
                <a:solidFill>
                  <a:srgbClr val="000000"/>
                </a:solidFill>
                <a:effectLst/>
                <a:latin typeface="noto"/>
              </a:rPr>
              <a:t>And we can see that the accuracy of model has improved up to 74%.</a:t>
            </a:r>
          </a:p>
          <a:p>
            <a:r>
              <a:rPr lang="en-US" altLang="ko-KR" b="0" i="0" dirty="0">
                <a:solidFill>
                  <a:srgbClr val="000000"/>
                </a:solidFill>
                <a:effectLst/>
                <a:latin typeface="noto"/>
              </a:rPr>
              <a:t>But also we knew that the limitation of basic model, we use various model and function of basic model to improve the accuracy, but we can’t get the better result than this model.</a:t>
            </a:r>
          </a:p>
          <a:p>
            <a:r>
              <a:rPr lang="en-US" altLang="ko-KR" b="0" i="0" dirty="0">
                <a:solidFill>
                  <a:srgbClr val="000000"/>
                </a:solidFill>
                <a:effectLst/>
                <a:latin typeface="noto"/>
              </a:rPr>
              <a:t>So, we use other CNN model to improve the accuracy</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6</a:t>
            </a:fld>
            <a:endParaRPr lang="ko-KR" altLang="en-US"/>
          </a:p>
        </p:txBody>
      </p:sp>
    </p:spTree>
    <p:extLst>
      <p:ext uri="{BB962C8B-B14F-4D97-AF65-F5344CB8AC3E}">
        <p14:creationId xmlns:p14="http://schemas.microsoft.com/office/powerpoint/2010/main" val="2152915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And this is the model that we use, ResNet-18</a:t>
            </a:r>
          </a:p>
          <a:p>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7</a:t>
            </a:fld>
            <a:endParaRPr lang="ko-KR" altLang="en-US"/>
          </a:p>
        </p:txBody>
      </p:sp>
    </p:spTree>
    <p:extLst>
      <p:ext uri="{BB962C8B-B14F-4D97-AF65-F5344CB8AC3E}">
        <p14:creationId xmlns:p14="http://schemas.microsoft.com/office/powerpoint/2010/main" val="2195702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And this is the result of </a:t>
            </a:r>
            <a:r>
              <a:rPr lang="en-US" altLang="ko-KR" dirty="0" err="1"/>
              <a:t>ResNet</a:t>
            </a:r>
            <a:r>
              <a:rPr lang="en-US" altLang="ko-KR" dirty="0"/>
              <a:t> that only change network model. It is pretty good result that only change the network.</a:t>
            </a:r>
          </a:p>
          <a:p>
            <a:r>
              <a:rPr lang="en-US" altLang="ko-KR" dirty="0"/>
              <a:t>So we decide to use this model, and we implement other function and technique to get better accuracy.</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8</a:t>
            </a:fld>
            <a:endParaRPr lang="ko-KR" altLang="en-US"/>
          </a:p>
        </p:txBody>
      </p:sp>
    </p:spTree>
    <p:extLst>
      <p:ext uri="{BB962C8B-B14F-4D97-AF65-F5344CB8AC3E}">
        <p14:creationId xmlns:p14="http://schemas.microsoft.com/office/powerpoint/2010/main" val="841652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After decide to use </a:t>
            </a:r>
            <a:r>
              <a:rPr lang="en-US" altLang="ko-KR" dirty="0" err="1"/>
              <a:t>ResNet</a:t>
            </a:r>
            <a:r>
              <a:rPr lang="en-US" altLang="ko-KR" dirty="0"/>
              <a:t>, we changed some hyperparameter and did several experiments.</a:t>
            </a:r>
          </a:p>
          <a:p>
            <a:r>
              <a:rPr lang="en-US" altLang="ko-KR" dirty="0"/>
              <a:t>We found that the accuracy of training decrease at some point. </a:t>
            </a:r>
            <a:r>
              <a:rPr lang="en-US" altLang="ko-KR" b="0" i="0" dirty="0">
                <a:solidFill>
                  <a:srgbClr val="000000"/>
                </a:solidFill>
                <a:effectLst/>
                <a:latin typeface="noto"/>
              </a:rPr>
              <a:t>Through googling, we can know that this is the result of overfitting, so we revised and added two things to solve this problem.</a:t>
            </a:r>
          </a:p>
          <a:p>
            <a:r>
              <a:rPr lang="en-US" altLang="ko-KR" b="0" i="0" dirty="0">
                <a:solidFill>
                  <a:srgbClr val="000000"/>
                </a:solidFill>
                <a:effectLst/>
                <a:latin typeface="noto"/>
              </a:rPr>
              <a:t>First, we used Image Augmentation.</a:t>
            </a:r>
            <a:br>
              <a:rPr lang="en-US" altLang="ko-KR" dirty="0"/>
            </a:br>
            <a:r>
              <a:rPr lang="en-US" altLang="ko-KR" b="0" i="0" dirty="0">
                <a:solidFill>
                  <a:srgbClr val="000000"/>
                </a:solidFill>
                <a:effectLst/>
                <a:latin typeface="noto"/>
              </a:rPr>
              <a:t>In the preprocessing part of the image, the train and test part were separated, and the 32x32 image padded in four layers was randomly cut through </a:t>
            </a:r>
            <a:r>
              <a:rPr lang="en-US" altLang="ko-KR" b="0" i="0" dirty="0" err="1">
                <a:solidFill>
                  <a:srgbClr val="000000"/>
                </a:solidFill>
                <a:effectLst/>
                <a:latin typeface="noto"/>
              </a:rPr>
              <a:t>randomCrop</a:t>
            </a:r>
            <a:r>
              <a:rPr lang="en-US" altLang="ko-KR" b="0" i="0" dirty="0">
                <a:solidFill>
                  <a:srgbClr val="000000"/>
                </a:solidFill>
                <a:effectLst/>
                <a:latin typeface="noto"/>
              </a:rPr>
              <a:t>, and the data was enhanced to proceed with the learning.</a:t>
            </a:r>
            <a:br>
              <a:rPr lang="en-US" altLang="ko-KR" dirty="0"/>
            </a:br>
            <a:r>
              <a:rPr lang="en-US" altLang="ko-KR" b="0" i="0" dirty="0">
                <a:solidFill>
                  <a:srgbClr val="000000"/>
                </a:solidFill>
                <a:effectLst/>
                <a:latin typeface="noto"/>
              </a:rPr>
              <a:t>The second is the learning rate scheduler.</a:t>
            </a:r>
            <a:br>
              <a:rPr lang="en-US" altLang="ko-KR" dirty="0"/>
            </a:br>
            <a:r>
              <a:rPr lang="en-US" altLang="ko-KR" b="0" i="0" dirty="0">
                <a:solidFill>
                  <a:srgbClr val="000000"/>
                </a:solidFill>
                <a:effectLst/>
                <a:latin typeface="noto"/>
              </a:rPr>
              <a:t>As shown on the right, the learning rate was initially increased and optimized quickly, and then the learning rate decreased as the optimal value approached.</a:t>
            </a:r>
            <a:br>
              <a:rPr lang="en-US" altLang="ko-KR" dirty="0"/>
            </a:br>
            <a:r>
              <a:rPr lang="en-US" altLang="ko-KR" b="0" i="0" dirty="0">
                <a:solidFill>
                  <a:srgbClr val="000000"/>
                </a:solidFill>
                <a:effectLst/>
                <a:latin typeface="noto"/>
              </a:rPr>
              <a:t>Reflecting this, the first </a:t>
            </a:r>
            <a:r>
              <a:rPr lang="en-US" altLang="ko-KR" b="0" i="0" dirty="0" err="1">
                <a:solidFill>
                  <a:srgbClr val="000000"/>
                </a:solidFill>
                <a:effectLst/>
                <a:latin typeface="noto"/>
              </a:rPr>
              <a:t>learning_rate</a:t>
            </a:r>
            <a:r>
              <a:rPr lang="en-US" altLang="ko-KR" b="0" i="0" dirty="0">
                <a:solidFill>
                  <a:srgbClr val="000000"/>
                </a:solidFill>
                <a:effectLst/>
                <a:latin typeface="noto"/>
              </a:rPr>
              <a:t> was set to 0.1 which is large rate.</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9</a:t>
            </a:fld>
            <a:endParaRPr lang="ko-KR" altLang="en-US"/>
          </a:p>
        </p:txBody>
      </p:sp>
    </p:spTree>
    <p:extLst>
      <p:ext uri="{BB962C8B-B14F-4D97-AF65-F5344CB8AC3E}">
        <p14:creationId xmlns:p14="http://schemas.microsoft.com/office/powerpoint/2010/main" val="3128630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000000"/>
                </a:solidFill>
                <a:effectLst/>
                <a:latin typeface="noto"/>
              </a:rPr>
              <a:t>Next is the </a:t>
            </a:r>
            <a:r>
              <a:rPr lang="en-US" altLang="ko-KR" b="0" i="0" dirty="0" err="1">
                <a:solidFill>
                  <a:srgbClr val="000000"/>
                </a:solidFill>
                <a:effectLst/>
                <a:latin typeface="noto"/>
              </a:rPr>
              <a:t>Validloader</a:t>
            </a:r>
            <a:r>
              <a:rPr lang="en-US" altLang="ko-KR" b="0" i="0" dirty="0">
                <a:solidFill>
                  <a:srgbClr val="000000"/>
                </a:solidFill>
                <a:effectLst/>
                <a:latin typeface="noto"/>
              </a:rPr>
              <a:t>.</a:t>
            </a:r>
            <a:br>
              <a:rPr lang="en-US" altLang="ko-KR" dirty="0"/>
            </a:br>
            <a:r>
              <a:rPr lang="en-US" altLang="ko-KR" b="0" i="0" dirty="0">
                <a:solidFill>
                  <a:srgbClr val="000000"/>
                </a:solidFill>
                <a:effectLst/>
                <a:latin typeface="noto"/>
              </a:rPr>
              <a:t>In the basic code, we checked the accuracy of the test after completing all the training. But The larger the epoch, the longer the experiment time, and we can’t see the change of accuracy.</a:t>
            </a:r>
            <a:br>
              <a:rPr lang="en-US" altLang="ko-KR" dirty="0"/>
            </a:br>
            <a:r>
              <a:rPr lang="en-US" altLang="ko-KR" b="0" i="0" dirty="0">
                <a:solidFill>
                  <a:srgbClr val="000000"/>
                </a:solidFill>
                <a:effectLst/>
                <a:latin typeface="noto"/>
              </a:rPr>
              <a:t>So we used the valid variable to see how the accuracy changes every time we run an epoch.</a:t>
            </a:r>
            <a:br>
              <a:rPr lang="en-US" altLang="ko-KR" dirty="0"/>
            </a:br>
            <a:r>
              <a:rPr lang="en-US" altLang="ko-KR" b="0" i="0" dirty="0">
                <a:solidFill>
                  <a:srgbClr val="000000"/>
                </a:solidFill>
                <a:effectLst/>
                <a:latin typeface="noto"/>
              </a:rPr>
              <a:t>The valid variable was divided only 0.01 part of the trainset through random split, trained for each epoch, and then added the valid variable to check the accuracy and overfitting.</a:t>
            </a:r>
            <a:br>
              <a:rPr lang="en-US" altLang="ko-KR" dirty="0"/>
            </a:br>
            <a:r>
              <a:rPr lang="en-US" altLang="ko-KR" b="0" i="0" dirty="0">
                <a:solidFill>
                  <a:srgbClr val="000000"/>
                </a:solidFill>
                <a:effectLst/>
                <a:latin typeface="noto"/>
              </a:rPr>
              <a:t>In other words, before the test of </a:t>
            </a:r>
            <a:r>
              <a:rPr lang="en-US" altLang="ko-KR" b="0" i="0" dirty="0" err="1">
                <a:solidFill>
                  <a:srgbClr val="000000"/>
                </a:solidFill>
                <a:effectLst/>
                <a:latin typeface="noto"/>
              </a:rPr>
              <a:t>accuaracy</a:t>
            </a:r>
            <a:r>
              <a:rPr lang="en-US" altLang="ko-KR" b="0" i="0" dirty="0">
                <a:solidFill>
                  <a:srgbClr val="000000"/>
                </a:solidFill>
                <a:effectLst/>
                <a:latin typeface="noto"/>
              </a:rPr>
              <a:t>, we added a mock test called valid to check what the result changes every time the epoch progresses.</a:t>
            </a:r>
            <a:br>
              <a:rPr lang="en-US" altLang="ko-KR" dirty="0"/>
            </a:br>
            <a:r>
              <a:rPr lang="en-US" altLang="ko-KR" b="0" i="0" dirty="0">
                <a:solidFill>
                  <a:srgbClr val="000000"/>
                </a:solidFill>
                <a:effectLst/>
                <a:latin typeface="noto"/>
              </a:rPr>
              <a:t>The graph and results above are the results of not putting the Valid variable in the training process yet.</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10</a:t>
            </a:fld>
            <a:endParaRPr lang="ko-KR" altLang="en-US"/>
          </a:p>
        </p:txBody>
      </p:sp>
    </p:spTree>
    <p:extLst>
      <p:ext uri="{BB962C8B-B14F-4D97-AF65-F5344CB8AC3E}">
        <p14:creationId xmlns:p14="http://schemas.microsoft.com/office/powerpoint/2010/main" val="2222510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000000"/>
                </a:solidFill>
                <a:effectLst/>
                <a:latin typeface="noto"/>
              </a:rPr>
              <a:t>The following is the result of substituting the valid variable into the training process.</a:t>
            </a:r>
            <a:br>
              <a:rPr lang="en-US" altLang="ko-KR" dirty="0"/>
            </a:br>
            <a:r>
              <a:rPr lang="en-US" altLang="ko-KR" b="0" i="0" dirty="0">
                <a:solidFill>
                  <a:srgbClr val="000000"/>
                </a:solidFill>
                <a:effectLst/>
                <a:latin typeface="noto"/>
              </a:rPr>
              <a:t>The graph above shows the loss change of training and valid, and the graph below shows the accuracy of the valid as the epoch increases.</a:t>
            </a:r>
            <a:br>
              <a:rPr lang="en-US" altLang="ko-KR" dirty="0"/>
            </a:br>
            <a:r>
              <a:rPr lang="en-US" altLang="ko-KR" b="0" i="0" dirty="0">
                <a:solidFill>
                  <a:srgbClr val="000000"/>
                </a:solidFill>
                <a:effectLst/>
                <a:latin typeface="noto"/>
              </a:rPr>
              <a:t>We can see the change of this page, unlike the previous page, the label 'valid accrual' has been added.</a:t>
            </a:r>
            <a:br>
              <a:rPr lang="en-US" altLang="ko-KR" dirty="0"/>
            </a:br>
            <a:r>
              <a:rPr lang="en-US" altLang="ko-KR" b="0" i="0" dirty="0">
                <a:solidFill>
                  <a:srgbClr val="000000"/>
                </a:solidFill>
                <a:effectLst/>
                <a:latin typeface="noto"/>
              </a:rPr>
              <a:t>This allowed us to determine when overfitting occurs along with changes in loss and accuracy.</a:t>
            </a:r>
            <a:endParaRPr lang="en-US" altLang="ko-KR"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11</a:t>
            </a:fld>
            <a:endParaRPr lang="ko-KR" altLang="en-US"/>
          </a:p>
        </p:txBody>
      </p:sp>
    </p:spTree>
    <p:extLst>
      <p:ext uri="{BB962C8B-B14F-4D97-AF65-F5344CB8AC3E}">
        <p14:creationId xmlns:p14="http://schemas.microsoft.com/office/powerpoint/2010/main" val="2199096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000000"/>
                </a:solidFill>
                <a:effectLst/>
                <a:latin typeface="noto"/>
              </a:rPr>
              <a:t>After </a:t>
            </a:r>
            <a:r>
              <a:rPr lang="en-US" altLang="ko-KR" b="0" i="0" dirty="0" err="1">
                <a:solidFill>
                  <a:srgbClr val="000000"/>
                </a:solidFill>
                <a:effectLst/>
                <a:latin typeface="noto"/>
              </a:rPr>
              <a:t>selecy</a:t>
            </a:r>
            <a:r>
              <a:rPr lang="en-US" altLang="ko-KR" b="0" i="0" dirty="0">
                <a:solidFill>
                  <a:srgbClr val="000000"/>
                </a:solidFill>
                <a:effectLst/>
                <a:latin typeface="noto"/>
              </a:rPr>
              <a:t> the Network and hyper parameter, we search for Loss functions.</a:t>
            </a:r>
            <a:br>
              <a:rPr lang="en-US" altLang="ko-KR" dirty="0"/>
            </a:br>
            <a:r>
              <a:rPr lang="en-US" altLang="ko-KR" b="0" i="0" dirty="0">
                <a:solidFill>
                  <a:srgbClr val="000000"/>
                </a:solidFill>
                <a:effectLst/>
                <a:latin typeface="noto"/>
              </a:rPr>
              <a:t>Loss functions were used by combining </a:t>
            </a:r>
            <a:r>
              <a:rPr lang="en-US" altLang="ko-KR" b="0" i="0" dirty="0" err="1">
                <a:solidFill>
                  <a:srgbClr val="000000"/>
                </a:solidFill>
                <a:effectLst/>
                <a:latin typeface="noto"/>
              </a:rPr>
              <a:t>Mixup</a:t>
            </a:r>
            <a:r>
              <a:rPr lang="en-US" altLang="ko-KR" b="0" i="0" dirty="0">
                <a:solidFill>
                  <a:srgbClr val="000000"/>
                </a:solidFill>
                <a:effectLst/>
                <a:latin typeface="noto"/>
              </a:rPr>
              <a:t> Training and label smoothing.</a:t>
            </a:r>
            <a:br>
              <a:rPr lang="en-US" altLang="ko-KR" dirty="0"/>
            </a:br>
            <a:r>
              <a:rPr lang="en-US" altLang="ko-KR" b="0" i="0" dirty="0">
                <a:solidFill>
                  <a:srgbClr val="000000"/>
                </a:solidFill>
                <a:effectLst/>
                <a:latin typeface="noto"/>
              </a:rPr>
              <a:t>First, </a:t>
            </a:r>
            <a:r>
              <a:rPr lang="en-US" altLang="ko-KR" b="0" i="0" dirty="0" err="1">
                <a:solidFill>
                  <a:srgbClr val="000000"/>
                </a:solidFill>
                <a:effectLst/>
                <a:latin typeface="noto"/>
              </a:rPr>
              <a:t>Mixup</a:t>
            </a:r>
            <a:r>
              <a:rPr lang="en-US" altLang="ko-KR" b="0" i="0" dirty="0">
                <a:solidFill>
                  <a:srgbClr val="000000"/>
                </a:solidFill>
                <a:effectLst/>
                <a:latin typeface="noto"/>
              </a:rPr>
              <a:t> training means learning not only images but also labels to enhance data and then learn simple images in a random form every time.</a:t>
            </a:r>
            <a:br>
              <a:rPr lang="en-US" altLang="ko-KR" dirty="0"/>
            </a:br>
            <a:r>
              <a:rPr lang="en-US" altLang="ko-KR" b="0" i="0" dirty="0">
                <a:solidFill>
                  <a:srgbClr val="000000"/>
                </a:solidFill>
                <a:effectLst/>
                <a:latin typeface="noto"/>
              </a:rPr>
              <a:t>This has the effect of performing some regularization to prevent learning from taking place with overconfidence in a given image.</a:t>
            </a:r>
            <a:br>
              <a:rPr lang="en-US" altLang="ko-KR" dirty="0"/>
            </a:br>
            <a:r>
              <a:rPr lang="en-US" altLang="ko-KR" dirty="0"/>
              <a:t>And, </a:t>
            </a:r>
            <a:r>
              <a:rPr lang="en-US" altLang="ko-KR" b="0" i="0" dirty="0">
                <a:solidFill>
                  <a:srgbClr val="000000"/>
                </a:solidFill>
                <a:effectLst/>
                <a:latin typeface="noto"/>
              </a:rPr>
              <a:t>Label smoothing means that the overall distribution is softened by giving a certain lower value to other labels not only the correct answer labels, as shown in the diagram on the right.</a:t>
            </a:r>
            <a:br>
              <a:rPr lang="en-US" altLang="ko-KR" dirty="0"/>
            </a:br>
            <a:r>
              <a:rPr lang="en-US" altLang="ko-KR" b="0" i="0" dirty="0">
                <a:solidFill>
                  <a:srgbClr val="000000"/>
                </a:solidFill>
                <a:effectLst/>
                <a:latin typeface="noto"/>
              </a:rPr>
              <a:t>This has the effect of normalizing not to overconfident, which is similar with </a:t>
            </a:r>
            <a:r>
              <a:rPr lang="en-US" altLang="ko-KR" b="0" i="0" dirty="0" err="1">
                <a:solidFill>
                  <a:srgbClr val="000000"/>
                </a:solidFill>
                <a:effectLst/>
                <a:latin typeface="noto"/>
              </a:rPr>
              <a:t>mixup</a:t>
            </a:r>
            <a:r>
              <a:rPr lang="en-US" altLang="ko-KR" b="0" i="0" dirty="0">
                <a:solidFill>
                  <a:srgbClr val="000000"/>
                </a:solidFill>
                <a:effectLst/>
                <a:latin typeface="noto"/>
              </a:rPr>
              <a:t>.</a:t>
            </a:r>
            <a:br>
              <a:rPr lang="en-US" altLang="ko-KR" dirty="0"/>
            </a:br>
            <a:r>
              <a:rPr lang="en-US" altLang="ko-KR" b="0" i="0" dirty="0">
                <a:solidFill>
                  <a:srgbClr val="000000"/>
                </a:solidFill>
                <a:effectLst/>
                <a:latin typeface="noto"/>
              </a:rPr>
              <a:t>To use these two loss functions, we implemented the following form of putting the result of label smoothing into the </a:t>
            </a:r>
            <a:r>
              <a:rPr lang="en-US" altLang="ko-KR" b="0" i="0" dirty="0" err="1">
                <a:solidFill>
                  <a:srgbClr val="000000"/>
                </a:solidFill>
                <a:effectLst/>
                <a:latin typeface="noto"/>
              </a:rPr>
              <a:t>mixup</a:t>
            </a:r>
            <a:r>
              <a:rPr lang="en-US" altLang="ko-KR" b="0" i="0" dirty="0">
                <a:solidFill>
                  <a:srgbClr val="000000"/>
                </a:solidFill>
                <a:effectLst/>
                <a:latin typeface="noto"/>
              </a:rPr>
              <a:t> function.</a:t>
            </a:r>
            <a:endParaRPr lang="en-US" altLang="ko-KR"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12</a:t>
            </a:fld>
            <a:endParaRPr lang="ko-KR" altLang="en-US"/>
          </a:p>
        </p:txBody>
      </p:sp>
    </p:spTree>
    <p:extLst>
      <p:ext uri="{BB962C8B-B14F-4D97-AF65-F5344CB8AC3E}">
        <p14:creationId xmlns:p14="http://schemas.microsoft.com/office/powerpoint/2010/main" val="402821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000000"/>
                </a:solidFill>
                <a:effectLst/>
                <a:latin typeface="noto"/>
              </a:rPr>
              <a:t>The last one is the final accuracy.</a:t>
            </a:r>
            <a:br>
              <a:rPr lang="en-US" altLang="ko-KR" dirty="0"/>
            </a:br>
            <a:r>
              <a:rPr lang="en-US" altLang="ko-KR" b="0" i="0" dirty="0">
                <a:solidFill>
                  <a:srgbClr val="000000"/>
                </a:solidFill>
                <a:effectLst/>
                <a:latin typeface="noto"/>
              </a:rPr>
              <a:t>The left is the result of putting the valid, setting the epoch to 150, and turning it around. The graph above shows that as the epoch value increases, the loss and </a:t>
            </a:r>
            <a:r>
              <a:rPr lang="en-US" altLang="ko-KR" b="0" i="0" dirty="0" err="1">
                <a:solidFill>
                  <a:srgbClr val="000000"/>
                </a:solidFill>
                <a:effectLst/>
                <a:latin typeface="noto"/>
              </a:rPr>
              <a:t>accruality</a:t>
            </a:r>
            <a:r>
              <a:rPr lang="en-US" altLang="ko-KR" b="0" i="0" dirty="0">
                <a:solidFill>
                  <a:srgbClr val="000000"/>
                </a:solidFill>
                <a:effectLst/>
                <a:latin typeface="noto"/>
              </a:rPr>
              <a:t> improve rapidly and then gradually change to a gentle one.</a:t>
            </a:r>
            <a:br>
              <a:rPr lang="en-US" altLang="ko-KR" dirty="0"/>
            </a:br>
            <a:r>
              <a:rPr lang="en-US" altLang="ko-KR" b="0" i="0" dirty="0">
                <a:solidFill>
                  <a:srgbClr val="000000"/>
                </a:solidFill>
                <a:effectLst/>
                <a:latin typeface="noto"/>
              </a:rPr>
              <a:t>The result part located in the middle is the loss and accuracy that came out when the cifar-10 was turned after removing the valid for better results. The final accuracy is 95%, which is quite high.</a:t>
            </a:r>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13</a:t>
            </a:fld>
            <a:endParaRPr lang="ko-KR" altLang="en-US"/>
          </a:p>
        </p:txBody>
      </p:sp>
    </p:spTree>
    <p:extLst>
      <p:ext uri="{BB962C8B-B14F-4D97-AF65-F5344CB8AC3E}">
        <p14:creationId xmlns:p14="http://schemas.microsoft.com/office/powerpoint/2010/main" val="2002323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C681A1CA-5B08-40CE-8D2F-7A9C3928951C}" type="slidenum">
              <a:rPr lang="ko-KR" altLang="en-US" smtClean="0"/>
              <a:t>14</a:t>
            </a:fld>
            <a:endParaRPr lang="ko-KR" altLang="en-US"/>
          </a:p>
        </p:txBody>
      </p:sp>
    </p:spTree>
    <p:extLst>
      <p:ext uri="{BB962C8B-B14F-4D97-AF65-F5344CB8AC3E}">
        <p14:creationId xmlns:p14="http://schemas.microsoft.com/office/powerpoint/2010/main" val="467021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42EBD29-A3D3-D0A9-E453-ECDBDE18ABA0}"/>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4BA06BE3-2280-F250-2932-52E96A330A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4C80045-699E-D404-8205-39CB0BCE73A0}"/>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5" name="바닥글 개체 틀 4">
            <a:extLst>
              <a:ext uri="{FF2B5EF4-FFF2-40B4-BE49-F238E27FC236}">
                <a16:creationId xmlns:a16="http://schemas.microsoft.com/office/drawing/2014/main" id="{0377F3B5-F428-ADC7-AD70-97C97855F3D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CCF89BE-395D-6AB8-7D27-789988384540}"/>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1260157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46BB5FC-E4B0-C850-1733-20F0F2EEE53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CDDC76B-7EA3-D7FB-6CA0-6D7789A261A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9A323F0-BF99-B326-D411-944D0155534C}"/>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5" name="바닥글 개체 틀 4">
            <a:extLst>
              <a:ext uri="{FF2B5EF4-FFF2-40B4-BE49-F238E27FC236}">
                <a16:creationId xmlns:a16="http://schemas.microsoft.com/office/drawing/2014/main" id="{868ABFD3-45CF-0565-452D-2971706FA0C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6E0E8C4-5E91-D7E0-4AD6-94C9C9B53574}"/>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3002492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9C32619-250B-C2EF-E4AB-3A83D873DBA1}"/>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85604215-7A3A-83A1-0D35-576602CF4A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2AE24010-C94E-F910-0C49-39B46E533DD8}"/>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5" name="바닥글 개체 틀 4">
            <a:extLst>
              <a:ext uri="{FF2B5EF4-FFF2-40B4-BE49-F238E27FC236}">
                <a16:creationId xmlns:a16="http://schemas.microsoft.com/office/drawing/2014/main" id="{7D66C912-AA03-49FA-0CB0-155C242F42F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72167C9-14BB-FFD0-6033-161F1203FF46}"/>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3914114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EC0DCA-7496-D086-0E4C-143B70F5C515}"/>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CD3F8002-AB6F-2230-F774-FFF157F9B63D}"/>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C8E742F-F861-9180-3399-F22032943B3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6E1C1EA7-ACE7-D1BD-491C-A233187CF6EC}"/>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6" name="바닥글 개체 틀 5">
            <a:extLst>
              <a:ext uri="{FF2B5EF4-FFF2-40B4-BE49-F238E27FC236}">
                <a16:creationId xmlns:a16="http://schemas.microsoft.com/office/drawing/2014/main" id="{9FB1CA58-7FAE-76A2-1009-E4E344A91CD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E5EEBE4-C5FD-7F0F-66BE-57EAA775AC0C}"/>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317392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4478A13-0ABF-512D-766A-8A8F45327285}"/>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98CC816B-30E0-0B95-6498-12B79883DC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E9E55DFA-45EA-C02A-5504-F5E5BDA2C68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45DBC3B6-28F7-AC98-103D-EC6CCD8BA8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B03ECD37-B678-ECD5-54E3-E187A0F33CDD}"/>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CC5A55FA-3FCA-658B-6E93-ACBDFD331DC8}"/>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8" name="바닥글 개체 틀 7">
            <a:extLst>
              <a:ext uri="{FF2B5EF4-FFF2-40B4-BE49-F238E27FC236}">
                <a16:creationId xmlns:a16="http://schemas.microsoft.com/office/drawing/2014/main" id="{33DE1EB4-411C-2FCA-27F8-C54DC6FB949C}"/>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0753F41-A97E-1EEE-F289-B21B4E52F920}"/>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1882534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E20A422-0D0F-3A21-107E-3176401736CE}"/>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D6A2222D-AB43-04B9-B5FB-97617BE07A0A}"/>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4" name="바닥글 개체 틀 3">
            <a:extLst>
              <a:ext uri="{FF2B5EF4-FFF2-40B4-BE49-F238E27FC236}">
                <a16:creationId xmlns:a16="http://schemas.microsoft.com/office/drawing/2014/main" id="{5F6E405D-E34C-2557-CFBF-F45F7F186555}"/>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06E31656-4F3A-37C0-4188-B47FF505FB41}"/>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2639353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8A7DEEA-A7FA-249D-62D9-D2AC76D7346D}"/>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3" name="바닥글 개체 틀 2">
            <a:extLst>
              <a:ext uri="{FF2B5EF4-FFF2-40B4-BE49-F238E27FC236}">
                <a16:creationId xmlns:a16="http://schemas.microsoft.com/office/drawing/2014/main" id="{5BDB1743-C4EE-D97D-DFFA-6EDE99378F0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AC78D22C-7775-302A-8151-8872278FD25F}"/>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918057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2213C52-FD15-97D0-A5C8-1F0A6823F695}"/>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EDE0C42-89CE-0D99-2B87-A452639DE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5C2E9CEA-0F1A-AF43-ACEE-56AA66DF2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383D56F-15F4-5279-7C19-CA1DA3B78074}"/>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6" name="바닥글 개체 틀 5">
            <a:extLst>
              <a:ext uri="{FF2B5EF4-FFF2-40B4-BE49-F238E27FC236}">
                <a16:creationId xmlns:a16="http://schemas.microsoft.com/office/drawing/2014/main" id="{0BB7E1EE-F58A-2D90-3D2C-F947120EB76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1854EB-0B69-D1EE-2FA0-0353BAC1B1EC}"/>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2613505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8E2D449-BFC8-2722-EE6F-B74892A01897}"/>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0FAB4F5A-84A2-0D1D-54BA-DE8C84705A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D34E3C5-8CDF-4299-6814-F81FC8E179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57C778B-96E3-1BE0-B4B6-74150AB93B20}"/>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6" name="바닥글 개체 틀 5">
            <a:extLst>
              <a:ext uri="{FF2B5EF4-FFF2-40B4-BE49-F238E27FC236}">
                <a16:creationId xmlns:a16="http://schemas.microsoft.com/office/drawing/2014/main" id="{51BEF6C3-FB30-0AF3-1204-5F25FBE9DB3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605554B-A520-8811-E36E-B082F6C3B8E2}"/>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1542804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BEB784-0304-98B0-186F-28C74AB8C6D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D66730A-C196-5292-6716-E81314BFEB5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7552E6D-A3EE-B4EB-A971-C01C1074B5CE}"/>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5" name="바닥글 개체 틀 4">
            <a:extLst>
              <a:ext uri="{FF2B5EF4-FFF2-40B4-BE49-F238E27FC236}">
                <a16:creationId xmlns:a16="http://schemas.microsoft.com/office/drawing/2014/main" id="{0C0FF5B5-0D00-C397-C0A2-933AE3F9F67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A87119F-8D70-0E95-0D03-C6ED4A20137C}"/>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80336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8B38790E-C2D7-7E13-6F4C-B87A377BA58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BEB45BC-7702-62D2-B8C2-98FB30A414D0}"/>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2E86E41-BCEB-ED57-DE5D-77B1044F1A62}"/>
              </a:ext>
            </a:extLst>
          </p:cNvPr>
          <p:cNvSpPr>
            <a:spLocks noGrp="1"/>
          </p:cNvSpPr>
          <p:nvPr>
            <p:ph type="dt" sz="half" idx="10"/>
          </p:nvPr>
        </p:nvSpPr>
        <p:spPr/>
        <p:txBody>
          <a:bodyPr/>
          <a:lstStyle/>
          <a:p>
            <a:fld id="{2007CEEA-A865-4C10-851B-AA630385C428}" type="datetimeFigureOut">
              <a:rPr lang="ko-KR" altLang="en-US" smtClean="0"/>
              <a:t>2023-06-11</a:t>
            </a:fld>
            <a:endParaRPr lang="ko-KR" altLang="en-US"/>
          </a:p>
        </p:txBody>
      </p:sp>
      <p:sp>
        <p:nvSpPr>
          <p:cNvPr id="5" name="바닥글 개체 틀 4">
            <a:extLst>
              <a:ext uri="{FF2B5EF4-FFF2-40B4-BE49-F238E27FC236}">
                <a16:creationId xmlns:a16="http://schemas.microsoft.com/office/drawing/2014/main" id="{A7873158-6BD3-1AC4-DE3C-F7B99484CF2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90B0237-3582-1052-1B98-73A659F2BA6F}"/>
              </a:ext>
            </a:extLst>
          </p:cNvPr>
          <p:cNvSpPr>
            <a:spLocks noGrp="1"/>
          </p:cNvSpPr>
          <p:nvPr>
            <p:ph type="sldNum" sz="quarter" idx="12"/>
          </p:nvPr>
        </p:nvSpPr>
        <p:spPr/>
        <p:txBody>
          <a:body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380677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90A97744-5B85-1F52-CCC9-C1D21EC2C3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BAC3B46-8E94-FAC1-1C9E-D83B5D7684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1A0B932-1C10-FF42-3862-A7009791BB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07CEEA-A865-4C10-851B-AA630385C428}" type="datetimeFigureOut">
              <a:rPr lang="ko-KR" altLang="en-US" smtClean="0"/>
              <a:t>2023-06-11</a:t>
            </a:fld>
            <a:endParaRPr lang="ko-KR" altLang="en-US"/>
          </a:p>
        </p:txBody>
      </p:sp>
      <p:sp>
        <p:nvSpPr>
          <p:cNvPr id="5" name="바닥글 개체 틀 4">
            <a:extLst>
              <a:ext uri="{FF2B5EF4-FFF2-40B4-BE49-F238E27FC236}">
                <a16:creationId xmlns:a16="http://schemas.microsoft.com/office/drawing/2014/main" id="{D34D0813-8268-1C0B-BA6F-FE7A95B90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27A35F07-5317-8EBF-77CF-52023E8F01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5365D-B2A0-43EC-9CBE-62E7F463A6F3}" type="slidenum">
              <a:rPr lang="ko-KR" altLang="en-US" smtClean="0"/>
              <a:t>‹#›</a:t>
            </a:fld>
            <a:endParaRPr lang="ko-KR" altLang="en-US"/>
          </a:p>
        </p:txBody>
      </p:sp>
    </p:spTree>
    <p:extLst>
      <p:ext uri="{BB962C8B-B14F-4D97-AF65-F5344CB8AC3E}">
        <p14:creationId xmlns:p14="http://schemas.microsoft.com/office/powerpoint/2010/main" val="2973054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4286B5-0DE3-69EC-ECCB-D37590E5DB1B}"/>
              </a:ext>
            </a:extLst>
          </p:cNvPr>
          <p:cNvSpPr txBox="1"/>
          <p:nvPr/>
        </p:nvSpPr>
        <p:spPr>
          <a:xfrm>
            <a:off x="3547389" y="3652107"/>
            <a:ext cx="5097222" cy="584775"/>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3200" b="1" i="0" u="none" strike="noStrike" kern="1200" cap="none" spc="0" normalizeH="0" baseline="0" noProof="0" dirty="0">
                <a:ln>
                  <a:noFill/>
                </a:ln>
                <a:solidFill>
                  <a:srgbClr val="00377B"/>
                </a:solidFill>
                <a:effectLst/>
                <a:uLnTx/>
                <a:uFillTx/>
                <a:latin typeface="맑은 고딕" panose="020B0503020000020004" pitchFamily="50" charset="-127"/>
                <a:ea typeface="맑은 고딕" panose="020B0503020000020004" pitchFamily="50" charset="-127"/>
              </a:rPr>
              <a:t>종합설계 최종 발표</a:t>
            </a:r>
          </a:p>
        </p:txBody>
      </p:sp>
      <p:cxnSp>
        <p:nvCxnSpPr>
          <p:cNvPr id="5" name="직선 연결선 4">
            <a:extLst>
              <a:ext uri="{FF2B5EF4-FFF2-40B4-BE49-F238E27FC236}">
                <a16:creationId xmlns:a16="http://schemas.microsoft.com/office/drawing/2014/main" id="{C08AEC1E-3CB3-F29F-37FB-955AE297951A}"/>
              </a:ext>
            </a:extLst>
          </p:cNvPr>
          <p:cNvCxnSpPr>
            <a:cxnSpLocks/>
          </p:cNvCxnSpPr>
          <p:nvPr/>
        </p:nvCxnSpPr>
        <p:spPr>
          <a:xfrm>
            <a:off x="2992582" y="3429000"/>
            <a:ext cx="6206836" cy="0"/>
          </a:xfrm>
          <a:prstGeom prst="line">
            <a:avLst/>
          </a:prstGeom>
          <a:ln w="25400">
            <a:gradFill flip="none" rotWithShape="1">
              <a:gsLst>
                <a:gs pos="0">
                  <a:schemeClr val="accent1">
                    <a:lumMod val="3000"/>
                    <a:lumOff val="97000"/>
                  </a:schemeClr>
                </a:gs>
                <a:gs pos="74000">
                  <a:srgbClr val="00377B"/>
                </a:gs>
                <a:gs pos="31000">
                  <a:srgbClr val="00377B"/>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194C630-4F4D-A9BA-C693-DBCB184991AE}"/>
              </a:ext>
            </a:extLst>
          </p:cNvPr>
          <p:cNvSpPr txBox="1"/>
          <p:nvPr/>
        </p:nvSpPr>
        <p:spPr>
          <a:xfrm>
            <a:off x="3158881" y="2586448"/>
            <a:ext cx="5874237" cy="830997"/>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800" b="1" i="0" u="none" strike="noStrike" kern="1200" cap="none" spc="0" normalizeH="0" baseline="0" noProof="0" dirty="0">
                <a:ln>
                  <a:noFill/>
                </a:ln>
                <a:solidFill>
                  <a:srgbClr val="00377B"/>
                </a:solidFill>
                <a:effectLst/>
                <a:uLnTx/>
                <a:uFillTx/>
                <a:latin typeface="맑은 고딕" panose="020B0503020000020004" pitchFamily="50" charset="-127"/>
                <a:ea typeface="맑은 고딕" panose="020B0503020000020004" pitchFamily="50" charset="-127"/>
                <a:cs typeface="맑은 고딕 Semilight" panose="020B0502040204020203" pitchFamily="50" charset="-127"/>
              </a:rPr>
              <a:t>Image </a:t>
            </a:r>
            <a:r>
              <a:rPr kumimoji="0" lang="en-US" altLang="ko-KR" sz="4800" b="1" i="0" u="none" strike="noStrike" kern="1200" cap="none" spc="0" normalizeH="0" baseline="0" noProof="0" dirty="0" err="1">
                <a:ln>
                  <a:noFill/>
                </a:ln>
                <a:solidFill>
                  <a:srgbClr val="00377B"/>
                </a:solidFill>
                <a:effectLst/>
                <a:uLnTx/>
                <a:uFillTx/>
                <a:latin typeface="맑은 고딕" panose="020B0503020000020004" pitchFamily="50" charset="-127"/>
                <a:ea typeface="맑은 고딕" panose="020B0503020000020004" pitchFamily="50" charset="-127"/>
                <a:cs typeface="맑은 고딕 Semilight" panose="020B0502040204020203" pitchFamily="50" charset="-127"/>
              </a:rPr>
              <a:t>Classificaton</a:t>
            </a:r>
            <a:endParaRPr kumimoji="0" lang="ko-KR" altLang="en-US" sz="4800" b="1" i="0" u="none" strike="noStrike" kern="1200" cap="none" spc="0" normalizeH="0" baseline="0" noProof="0" dirty="0">
              <a:ln>
                <a:noFill/>
              </a:ln>
              <a:solidFill>
                <a:srgbClr val="00377B"/>
              </a:solidFill>
              <a:effectLst/>
              <a:uLnTx/>
              <a:uFillTx/>
              <a:latin typeface="맑은 고딕" panose="020B0503020000020004" pitchFamily="50" charset="-127"/>
              <a:ea typeface="맑은 고딕" panose="020B0503020000020004" pitchFamily="50" charset="-127"/>
              <a:cs typeface="맑은 고딕 Semilight" panose="020B0502040204020203" pitchFamily="50" charset="-127"/>
            </a:endParaRPr>
          </a:p>
        </p:txBody>
      </p:sp>
      <p:sp>
        <p:nvSpPr>
          <p:cNvPr id="7" name="직사각형 6">
            <a:extLst>
              <a:ext uri="{FF2B5EF4-FFF2-40B4-BE49-F238E27FC236}">
                <a16:creationId xmlns:a16="http://schemas.microsoft.com/office/drawing/2014/main" id="{CE4AB5C9-E5CD-76E0-5EFA-09C5931E91C1}"/>
              </a:ext>
            </a:extLst>
          </p:cNvPr>
          <p:cNvSpPr>
            <a:spLocks noChangeAspect="1"/>
          </p:cNvSpPr>
          <p:nvPr/>
        </p:nvSpPr>
        <p:spPr>
          <a:xfrm>
            <a:off x="147782" y="114299"/>
            <a:ext cx="11924145" cy="6629401"/>
          </a:xfrm>
          <a:prstGeom prst="rect">
            <a:avLst/>
          </a:prstGeom>
          <a:noFill/>
          <a:ln w="19050">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16F4C9E9-E8F0-5439-DF5D-2FFBFC4AB7B7}"/>
              </a:ext>
            </a:extLst>
          </p:cNvPr>
          <p:cNvSpPr txBox="1"/>
          <p:nvPr/>
        </p:nvSpPr>
        <p:spPr>
          <a:xfrm>
            <a:off x="3547389" y="5044766"/>
            <a:ext cx="5097222" cy="52322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2800" b="1" i="0" u="none" strike="noStrike" kern="1200" cap="none" spc="0" normalizeH="0" baseline="0" noProof="0" dirty="0">
                <a:ln>
                  <a:noFill/>
                </a:ln>
                <a:solidFill>
                  <a:srgbClr val="00377B"/>
                </a:solidFill>
                <a:effectLst/>
                <a:uLnTx/>
                <a:uFillTx/>
                <a:latin typeface="맑은 고딕" panose="020B0503020000020004" pitchFamily="50" charset="-127"/>
                <a:ea typeface="맑은 고딕" panose="020B0503020000020004" pitchFamily="50" charset="-127"/>
              </a:rPr>
              <a:t>양승규</a:t>
            </a:r>
            <a:r>
              <a:rPr kumimoji="0" lang="en-US" altLang="ko-KR" sz="2800" b="1" i="0" u="none" strike="noStrike" kern="1200" cap="none" spc="0" normalizeH="0" baseline="0" noProof="0" dirty="0">
                <a:ln>
                  <a:noFill/>
                </a:ln>
                <a:solidFill>
                  <a:srgbClr val="00377B"/>
                </a:solidFill>
                <a:effectLst/>
                <a:uLnTx/>
                <a:uFillTx/>
                <a:latin typeface="맑은 고딕" panose="020B0503020000020004" pitchFamily="50" charset="-127"/>
                <a:ea typeface="맑은 고딕" panose="020B0503020000020004" pitchFamily="50" charset="-127"/>
              </a:rPr>
              <a:t>, </a:t>
            </a:r>
            <a:r>
              <a:rPr kumimoji="0" lang="ko-KR" altLang="en-US" sz="2800" b="1" i="0" u="none" strike="noStrike" kern="1200" cap="none" spc="0" normalizeH="0" baseline="0" noProof="0" dirty="0" err="1">
                <a:ln>
                  <a:noFill/>
                </a:ln>
                <a:solidFill>
                  <a:srgbClr val="00377B"/>
                </a:solidFill>
                <a:effectLst/>
                <a:uLnTx/>
                <a:uFillTx/>
                <a:latin typeface="맑은 고딕" panose="020B0503020000020004" pitchFamily="50" charset="-127"/>
                <a:ea typeface="맑은 고딕" panose="020B0503020000020004" pitchFamily="50" charset="-127"/>
              </a:rPr>
              <a:t>이동건</a:t>
            </a:r>
            <a:r>
              <a:rPr kumimoji="0" lang="ko-KR" altLang="en-US" sz="2800" b="1" i="0" u="none" strike="noStrike" kern="1200" cap="none" spc="0" normalizeH="0" baseline="0" noProof="0" dirty="0">
                <a:ln>
                  <a:noFill/>
                </a:ln>
                <a:solidFill>
                  <a:srgbClr val="00377B"/>
                </a:solidFill>
                <a:effectLst/>
                <a:uLnTx/>
                <a:uFillTx/>
                <a:latin typeface="맑은 고딕" panose="020B0503020000020004" pitchFamily="50" charset="-127"/>
                <a:ea typeface="맑은 고딕" panose="020B0503020000020004" pitchFamily="50" charset="-127"/>
              </a:rPr>
              <a:t> </a:t>
            </a:r>
            <a:endParaRPr kumimoji="0" lang="en-US" altLang="ko-KR" sz="2800" b="1" i="0" u="none" strike="noStrike" kern="1200" cap="none" spc="0" normalizeH="0" baseline="0" noProof="0" dirty="0">
              <a:ln>
                <a:noFill/>
              </a:ln>
              <a:solidFill>
                <a:srgbClr val="00377B"/>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29248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1</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1709122" cy="523220"/>
          </a:xfrm>
          <a:prstGeom prst="rect">
            <a:avLst/>
          </a:prstGeom>
          <a:noFill/>
        </p:spPr>
        <p:txBody>
          <a:bodyPr wrap="none" rtlCol="0">
            <a:spAutoFit/>
          </a:bodyPr>
          <a:lstStyle/>
          <a:p>
            <a:r>
              <a:rPr lang="en-US" altLang="ko-KR" sz="2800" b="1" dirty="0">
                <a:solidFill>
                  <a:srgbClr val="00377A"/>
                </a:solidFill>
              </a:rPr>
              <a:t>Contents</a:t>
            </a:r>
            <a:endParaRPr lang="ko-KR" altLang="en-US" sz="2800" b="1" dirty="0">
              <a:solidFill>
                <a:srgbClr val="00377A"/>
              </a:solidFill>
            </a:endParaRPr>
          </a:p>
        </p:txBody>
      </p:sp>
      <p:sp>
        <p:nvSpPr>
          <p:cNvPr id="2" name="TextBox 1">
            <a:extLst>
              <a:ext uri="{FF2B5EF4-FFF2-40B4-BE49-F238E27FC236}">
                <a16:creationId xmlns:a16="http://schemas.microsoft.com/office/drawing/2014/main" id="{31B8DE07-2AF1-4E39-EA7B-F89D43C1090A}"/>
              </a:ext>
            </a:extLst>
          </p:cNvPr>
          <p:cNvSpPr txBox="1"/>
          <p:nvPr/>
        </p:nvSpPr>
        <p:spPr>
          <a:xfrm>
            <a:off x="3598126" y="1884555"/>
            <a:ext cx="1059366" cy="707886"/>
          </a:xfrm>
          <a:prstGeom prst="rect">
            <a:avLst/>
          </a:prstGeom>
          <a:noFill/>
        </p:spPr>
        <p:txBody>
          <a:bodyPr wrap="square" rtlCol="0">
            <a:spAutoFit/>
          </a:bodyPr>
          <a:lstStyle/>
          <a:p>
            <a:r>
              <a:rPr lang="en-US" altLang="ko-KR" sz="4000" b="1" dirty="0">
                <a:solidFill>
                  <a:schemeClr val="accent1">
                    <a:lumMod val="75000"/>
                  </a:schemeClr>
                </a:solidFill>
              </a:rPr>
              <a:t>1</a:t>
            </a:r>
            <a:endParaRPr lang="ko-KR" altLang="en-US" sz="4000" b="1" dirty="0">
              <a:solidFill>
                <a:schemeClr val="accent1">
                  <a:lumMod val="75000"/>
                </a:schemeClr>
              </a:solidFill>
            </a:endParaRPr>
          </a:p>
        </p:txBody>
      </p:sp>
      <p:sp>
        <p:nvSpPr>
          <p:cNvPr id="3" name="TextBox 2">
            <a:extLst>
              <a:ext uri="{FF2B5EF4-FFF2-40B4-BE49-F238E27FC236}">
                <a16:creationId xmlns:a16="http://schemas.microsoft.com/office/drawing/2014/main" id="{D320220F-D278-3092-B592-C0036096B4FE}"/>
              </a:ext>
            </a:extLst>
          </p:cNvPr>
          <p:cNvSpPr txBox="1"/>
          <p:nvPr/>
        </p:nvSpPr>
        <p:spPr>
          <a:xfrm>
            <a:off x="5066371" y="1976888"/>
            <a:ext cx="3527502" cy="523220"/>
          </a:xfrm>
          <a:prstGeom prst="rect">
            <a:avLst/>
          </a:prstGeom>
          <a:noFill/>
        </p:spPr>
        <p:txBody>
          <a:bodyPr wrap="square" rtlCol="0">
            <a:spAutoFit/>
          </a:bodyPr>
          <a:lstStyle/>
          <a:p>
            <a:r>
              <a:rPr lang="en-US" altLang="ko-KR" sz="2800" b="1" dirty="0">
                <a:solidFill>
                  <a:schemeClr val="accent1">
                    <a:lumMod val="75000"/>
                  </a:schemeClr>
                </a:solidFill>
              </a:rPr>
              <a:t>Plan</a:t>
            </a:r>
            <a:endParaRPr lang="ko-KR" altLang="en-US" sz="2800" b="1" dirty="0">
              <a:solidFill>
                <a:schemeClr val="accent1">
                  <a:lumMod val="75000"/>
                </a:schemeClr>
              </a:solidFill>
            </a:endParaRPr>
          </a:p>
        </p:txBody>
      </p:sp>
      <p:sp>
        <p:nvSpPr>
          <p:cNvPr id="4" name="TextBox 3">
            <a:extLst>
              <a:ext uri="{FF2B5EF4-FFF2-40B4-BE49-F238E27FC236}">
                <a16:creationId xmlns:a16="http://schemas.microsoft.com/office/drawing/2014/main" id="{C7301D61-71A4-BFA8-D7F5-6A6424A9F5A4}"/>
              </a:ext>
            </a:extLst>
          </p:cNvPr>
          <p:cNvSpPr txBox="1"/>
          <p:nvPr/>
        </p:nvSpPr>
        <p:spPr>
          <a:xfrm>
            <a:off x="3598126" y="2896637"/>
            <a:ext cx="1059366" cy="707886"/>
          </a:xfrm>
          <a:prstGeom prst="rect">
            <a:avLst/>
          </a:prstGeom>
          <a:noFill/>
        </p:spPr>
        <p:txBody>
          <a:bodyPr wrap="square" rtlCol="0">
            <a:spAutoFit/>
          </a:bodyPr>
          <a:lstStyle/>
          <a:p>
            <a:r>
              <a:rPr lang="en-US" altLang="ko-KR" sz="4000" b="1" dirty="0">
                <a:solidFill>
                  <a:schemeClr val="accent1">
                    <a:lumMod val="75000"/>
                  </a:schemeClr>
                </a:solidFill>
              </a:rPr>
              <a:t>2</a:t>
            </a:r>
            <a:endParaRPr lang="ko-KR" altLang="en-US" sz="4000" b="1" dirty="0">
              <a:solidFill>
                <a:schemeClr val="accent1">
                  <a:lumMod val="75000"/>
                </a:schemeClr>
              </a:solidFill>
            </a:endParaRPr>
          </a:p>
        </p:txBody>
      </p:sp>
      <p:sp>
        <p:nvSpPr>
          <p:cNvPr id="5" name="TextBox 4">
            <a:extLst>
              <a:ext uri="{FF2B5EF4-FFF2-40B4-BE49-F238E27FC236}">
                <a16:creationId xmlns:a16="http://schemas.microsoft.com/office/drawing/2014/main" id="{9EF9A29E-BE75-D50B-33B9-A9B1F1F53CEB}"/>
              </a:ext>
            </a:extLst>
          </p:cNvPr>
          <p:cNvSpPr txBox="1"/>
          <p:nvPr/>
        </p:nvSpPr>
        <p:spPr>
          <a:xfrm>
            <a:off x="5066371" y="2988970"/>
            <a:ext cx="3527502" cy="523220"/>
          </a:xfrm>
          <a:prstGeom prst="rect">
            <a:avLst/>
          </a:prstGeom>
          <a:noFill/>
        </p:spPr>
        <p:txBody>
          <a:bodyPr wrap="square" rtlCol="0">
            <a:spAutoFit/>
          </a:bodyPr>
          <a:lstStyle/>
          <a:p>
            <a:r>
              <a:rPr lang="en-US" altLang="ko-KR" sz="2800" b="1" dirty="0">
                <a:solidFill>
                  <a:schemeClr val="accent1">
                    <a:lumMod val="75000"/>
                  </a:schemeClr>
                </a:solidFill>
              </a:rPr>
              <a:t>Basic Topic</a:t>
            </a:r>
            <a:endParaRPr lang="ko-KR" altLang="en-US" sz="2800" b="1" dirty="0">
              <a:solidFill>
                <a:schemeClr val="accent1">
                  <a:lumMod val="75000"/>
                </a:schemeClr>
              </a:solidFill>
            </a:endParaRPr>
          </a:p>
        </p:txBody>
      </p:sp>
      <p:sp>
        <p:nvSpPr>
          <p:cNvPr id="6" name="TextBox 5">
            <a:extLst>
              <a:ext uri="{FF2B5EF4-FFF2-40B4-BE49-F238E27FC236}">
                <a16:creationId xmlns:a16="http://schemas.microsoft.com/office/drawing/2014/main" id="{10CD9DEC-DE26-4F99-0D04-8B3F2890ACEE}"/>
              </a:ext>
            </a:extLst>
          </p:cNvPr>
          <p:cNvSpPr txBox="1"/>
          <p:nvPr/>
        </p:nvSpPr>
        <p:spPr>
          <a:xfrm>
            <a:off x="3598126" y="3908719"/>
            <a:ext cx="1059366" cy="707886"/>
          </a:xfrm>
          <a:prstGeom prst="rect">
            <a:avLst/>
          </a:prstGeom>
          <a:noFill/>
        </p:spPr>
        <p:txBody>
          <a:bodyPr wrap="square" rtlCol="0">
            <a:spAutoFit/>
          </a:bodyPr>
          <a:lstStyle/>
          <a:p>
            <a:r>
              <a:rPr lang="en-US" altLang="ko-KR" sz="4000" b="1" dirty="0">
                <a:solidFill>
                  <a:schemeClr val="accent1">
                    <a:lumMod val="75000"/>
                  </a:schemeClr>
                </a:solidFill>
              </a:rPr>
              <a:t>3</a:t>
            </a:r>
            <a:endParaRPr lang="ko-KR" altLang="en-US" sz="4000" b="1" dirty="0">
              <a:solidFill>
                <a:schemeClr val="accent1">
                  <a:lumMod val="75000"/>
                </a:schemeClr>
              </a:solidFill>
            </a:endParaRPr>
          </a:p>
        </p:txBody>
      </p:sp>
      <p:sp>
        <p:nvSpPr>
          <p:cNvPr id="7" name="TextBox 6">
            <a:extLst>
              <a:ext uri="{FF2B5EF4-FFF2-40B4-BE49-F238E27FC236}">
                <a16:creationId xmlns:a16="http://schemas.microsoft.com/office/drawing/2014/main" id="{9D35683C-ED0C-C33E-C194-322EA9C2F7C0}"/>
              </a:ext>
            </a:extLst>
          </p:cNvPr>
          <p:cNvSpPr txBox="1"/>
          <p:nvPr/>
        </p:nvSpPr>
        <p:spPr>
          <a:xfrm>
            <a:off x="5066371" y="4001052"/>
            <a:ext cx="3527502" cy="523220"/>
          </a:xfrm>
          <a:prstGeom prst="rect">
            <a:avLst/>
          </a:prstGeom>
          <a:noFill/>
        </p:spPr>
        <p:txBody>
          <a:bodyPr wrap="square" rtlCol="0">
            <a:spAutoFit/>
          </a:bodyPr>
          <a:lstStyle/>
          <a:p>
            <a:r>
              <a:rPr lang="en-US" altLang="ko-KR" sz="2800" b="1" dirty="0">
                <a:solidFill>
                  <a:schemeClr val="accent1">
                    <a:lumMod val="75000"/>
                  </a:schemeClr>
                </a:solidFill>
              </a:rPr>
              <a:t>Experiment</a:t>
            </a:r>
            <a:endParaRPr lang="ko-KR" altLang="en-US" sz="2800" b="1" dirty="0">
              <a:solidFill>
                <a:schemeClr val="accent1">
                  <a:lumMod val="75000"/>
                </a:schemeClr>
              </a:solidFill>
            </a:endParaRPr>
          </a:p>
        </p:txBody>
      </p:sp>
      <p:sp>
        <p:nvSpPr>
          <p:cNvPr id="8" name="TextBox 7">
            <a:extLst>
              <a:ext uri="{FF2B5EF4-FFF2-40B4-BE49-F238E27FC236}">
                <a16:creationId xmlns:a16="http://schemas.microsoft.com/office/drawing/2014/main" id="{314FEDA0-A1CA-B166-737B-84F8CB3EA9B9}"/>
              </a:ext>
            </a:extLst>
          </p:cNvPr>
          <p:cNvSpPr txBox="1"/>
          <p:nvPr/>
        </p:nvSpPr>
        <p:spPr>
          <a:xfrm>
            <a:off x="3598126" y="4920801"/>
            <a:ext cx="1059366" cy="707886"/>
          </a:xfrm>
          <a:prstGeom prst="rect">
            <a:avLst/>
          </a:prstGeom>
          <a:noFill/>
        </p:spPr>
        <p:txBody>
          <a:bodyPr wrap="square" rtlCol="0">
            <a:spAutoFit/>
          </a:bodyPr>
          <a:lstStyle/>
          <a:p>
            <a:r>
              <a:rPr lang="en-US" altLang="ko-KR" sz="4000" b="1" dirty="0">
                <a:solidFill>
                  <a:schemeClr val="accent1">
                    <a:lumMod val="75000"/>
                  </a:schemeClr>
                </a:solidFill>
              </a:rPr>
              <a:t>4</a:t>
            </a:r>
            <a:endParaRPr lang="ko-KR" altLang="en-US" sz="4000" b="1" dirty="0">
              <a:solidFill>
                <a:schemeClr val="accent1">
                  <a:lumMod val="75000"/>
                </a:schemeClr>
              </a:solidFill>
            </a:endParaRPr>
          </a:p>
        </p:txBody>
      </p:sp>
      <p:sp>
        <p:nvSpPr>
          <p:cNvPr id="9" name="TextBox 8">
            <a:extLst>
              <a:ext uri="{FF2B5EF4-FFF2-40B4-BE49-F238E27FC236}">
                <a16:creationId xmlns:a16="http://schemas.microsoft.com/office/drawing/2014/main" id="{02B6C79D-F192-2D83-7543-399D3688E71E}"/>
              </a:ext>
            </a:extLst>
          </p:cNvPr>
          <p:cNvSpPr txBox="1"/>
          <p:nvPr/>
        </p:nvSpPr>
        <p:spPr>
          <a:xfrm>
            <a:off x="5066371" y="5013134"/>
            <a:ext cx="3527502" cy="523220"/>
          </a:xfrm>
          <a:prstGeom prst="rect">
            <a:avLst/>
          </a:prstGeom>
          <a:noFill/>
        </p:spPr>
        <p:txBody>
          <a:bodyPr wrap="square" rtlCol="0">
            <a:spAutoFit/>
          </a:bodyPr>
          <a:lstStyle/>
          <a:p>
            <a:r>
              <a:rPr lang="en-US" altLang="ko-KR" sz="2800" b="1" dirty="0">
                <a:solidFill>
                  <a:schemeClr val="accent1">
                    <a:lumMod val="75000"/>
                  </a:schemeClr>
                </a:solidFill>
              </a:rPr>
              <a:t>Conclusion</a:t>
            </a:r>
            <a:endParaRPr lang="ko-KR" altLang="en-US" sz="2800" b="1" dirty="0">
              <a:solidFill>
                <a:schemeClr val="accent1">
                  <a:lumMod val="75000"/>
                </a:schemeClr>
              </a:solidFill>
            </a:endParaRPr>
          </a:p>
        </p:txBody>
      </p:sp>
    </p:spTree>
    <p:extLst>
      <p:ext uri="{BB962C8B-B14F-4D97-AF65-F5344CB8AC3E}">
        <p14:creationId xmlns:p14="http://schemas.microsoft.com/office/powerpoint/2010/main" val="3280922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1</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917239" cy="523220"/>
          </a:xfrm>
          <a:prstGeom prst="rect">
            <a:avLst/>
          </a:prstGeom>
          <a:noFill/>
        </p:spPr>
        <p:txBody>
          <a:bodyPr wrap="none" rtlCol="0">
            <a:spAutoFit/>
          </a:bodyPr>
          <a:lstStyle/>
          <a:p>
            <a:r>
              <a:rPr lang="en-US" altLang="ko-KR" sz="2800" b="1" dirty="0">
                <a:solidFill>
                  <a:srgbClr val="00377A"/>
                </a:solidFill>
              </a:rPr>
              <a:t>Plan</a:t>
            </a:r>
            <a:endParaRPr lang="ko-KR" altLang="en-US" sz="2800" b="1" dirty="0">
              <a:solidFill>
                <a:srgbClr val="00377A"/>
              </a:solidFill>
            </a:endParaRPr>
          </a:p>
        </p:txBody>
      </p:sp>
      <p:cxnSp>
        <p:nvCxnSpPr>
          <p:cNvPr id="56" name="직선 연결선 55">
            <a:extLst>
              <a:ext uri="{FF2B5EF4-FFF2-40B4-BE49-F238E27FC236}">
                <a16:creationId xmlns:a16="http://schemas.microsoft.com/office/drawing/2014/main" id="{54DE144A-0D6F-7243-2D2C-CC9F38169CB1}"/>
              </a:ext>
            </a:extLst>
          </p:cNvPr>
          <p:cNvCxnSpPr>
            <a:cxnSpLocks/>
          </p:cNvCxnSpPr>
          <p:nvPr/>
        </p:nvCxnSpPr>
        <p:spPr>
          <a:xfrm>
            <a:off x="-36315" y="4008603"/>
            <a:ext cx="12228315" cy="0"/>
          </a:xfrm>
          <a:prstGeom prst="line">
            <a:avLst/>
          </a:prstGeom>
          <a:noFill/>
          <a:ln w="9525" cap="flat" cmpd="sng" algn="ctr">
            <a:solidFill>
              <a:srgbClr val="4F81BD">
                <a:shade val="95000"/>
                <a:satMod val="105000"/>
              </a:srgbClr>
            </a:solidFill>
            <a:prstDash val="solid"/>
          </a:ln>
          <a:effectLst/>
        </p:spPr>
      </p:cxnSp>
      <p:grpSp>
        <p:nvGrpSpPr>
          <p:cNvPr id="69" name="그룹 68">
            <a:extLst>
              <a:ext uri="{FF2B5EF4-FFF2-40B4-BE49-F238E27FC236}">
                <a16:creationId xmlns:a16="http://schemas.microsoft.com/office/drawing/2014/main" id="{463EBD07-7191-CBFF-247D-49FFE83E23DC}"/>
              </a:ext>
            </a:extLst>
          </p:cNvPr>
          <p:cNvGrpSpPr/>
          <p:nvPr/>
        </p:nvGrpSpPr>
        <p:grpSpPr>
          <a:xfrm>
            <a:off x="0" y="1717007"/>
            <a:ext cx="1713846" cy="2576629"/>
            <a:chOff x="0" y="1717007"/>
            <a:chExt cx="1713846" cy="2576629"/>
          </a:xfrm>
        </p:grpSpPr>
        <p:sp>
          <p:nvSpPr>
            <p:cNvPr id="52" name="타원 51">
              <a:extLst>
                <a:ext uri="{FF2B5EF4-FFF2-40B4-BE49-F238E27FC236}">
                  <a16:creationId xmlns:a16="http://schemas.microsoft.com/office/drawing/2014/main" id="{A031EA74-301F-FC9B-1179-0A1716A676CB}"/>
                </a:ext>
              </a:extLst>
            </p:cNvPr>
            <p:cNvSpPr/>
            <p:nvPr/>
          </p:nvSpPr>
          <p:spPr>
            <a:xfrm>
              <a:off x="0" y="1717007"/>
              <a:ext cx="1713846" cy="1713846"/>
            </a:xfrm>
            <a:prstGeom prst="ellipse">
              <a:avLst/>
            </a:prstGeom>
            <a:solidFill>
              <a:srgbClr val="1F497D">
                <a:lumMod val="60000"/>
                <a:lumOff val="40000"/>
                <a:alpha val="40000"/>
              </a:srgbClr>
            </a:solidFill>
            <a:ln w="9525" cap="flat" cmpd="sng" algn="ctr">
              <a:solidFill>
                <a:srgbClr val="4F81BD">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solidFill>
                    <a:srgbClr val="4F81BD">
                      <a:lumMod val="75000"/>
                    </a:srgbClr>
                  </a:solidFill>
                  <a:effectLst/>
                  <a:uLnTx/>
                  <a:uFillTx/>
                  <a:latin typeface="Calibri"/>
                  <a:ea typeface="맑은 고딕" panose="020B0503020000020004" pitchFamily="50" charset="-127"/>
                  <a:cs typeface="+mn-cs"/>
                </a:rPr>
                <a:t>Choose topic,</a:t>
              </a:r>
              <a:endParaRPr lang="en-US" altLang="ko-KR" sz="1400" b="1" kern="0" dirty="0">
                <a:solidFill>
                  <a:srgbClr val="4F81BD">
                    <a:lumMod val="75000"/>
                  </a:srgbClr>
                </a:solidFill>
                <a:latin typeface="Calibri"/>
                <a:ea typeface="맑은 고딕" panose="020B0503020000020004" pitchFamily="50" charset="-127"/>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solidFill>
                    <a:srgbClr val="4F81BD">
                      <a:lumMod val="75000"/>
                    </a:srgbClr>
                  </a:solidFill>
                  <a:effectLst/>
                  <a:uLnTx/>
                  <a:uFillTx/>
                  <a:latin typeface="Calibri"/>
                  <a:ea typeface="맑은 고딕" panose="020B0503020000020004" pitchFamily="50" charset="-127"/>
                  <a:cs typeface="+mn-cs"/>
                </a:rPr>
                <a:t>Basic learning</a:t>
              </a:r>
            </a:p>
          </p:txBody>
        </p:sp>
        <p:cxnSp>
          <p:nvCxnSpPr>
            <p:cNvPr id="57" name="직선 연결선 56">
              <a:extLst>
                <a:ext uri="{FF2B5EF4-FFF2-40B4-BE49-F238E27FC236}">
                  <a16:creationId xmlns:a16="http://schemas.microsoft.com/office/drawing/2014/main" id="{34B59AE5-CB32-B92B-6189-8CF07316C0FD}"/>
                </a:ext>
              </a:extLst>
            </p:cNvPr>
            <p:cNvCxnSpPr>
              <a:cxnSpLocks/>
            </p:cNvCxnSpPr>
            <p:nvPr/>
          </p:nvCxnSpPr>
          <p:spPr>
            <a:xfrm flipV="1">
              <a:off x="835316" y="3430853"/>
              <a:ext cx="0" cy="577750"/>
            </a:xfrm>
            <a:prstGeom prst="line">
              <a:avLst/>
            </a:prstGeom>
            <a:noFill/>
            <a:ln w="9525" cap="flat" cmpd="sng" algn="ctr">
              <a:solidFill>
                <a:srgbClr val="4F81BD">
                  <a:shade val="95000"/>
                  <a:satMod val="105000"/>
                </a:srgbClr>
              </a:solidFill>
              <a:prstDash val="solid"/>
            </a:ln>
            <a:effectLst/>
          </p:spPr>
        </p:cxnSp>
        <p:sp>
          <p:nvSpPr>
            <p:cNvPr id="62" name="TextBox 61">
              <a:extLst>
                <a:ext uri="{FF2B5EF4-FFF2-40B4-BE49-F238E27FC236}">
                  <a16:creationId xmlns:a16="http://schemas.microsoft.com/office/drawing/2014/main" id="{33E53C9A-A0B4-E4E3-DA9D-5C851578B135}"/>
                </a:ext>
              </a:extLst>
            </p:cNvPr>
            <p:cNvSpPr txBox="1"/>
            <p:nvPr/>
          </p:nvSpPr>
          <p:spPr>
            <a:xfrm>
              <a:off x="16498" y="4016637"/>
              <a:ext cx="1656223" cy="276999"/>
            </a:xfrm>
            <a:prstGeom prst="rect">
              <a:avLst/>
            </a:prstGeom>
            <a:noFill/>
          </p:spPr>
          <p:txBody>
            <a:bodyPr wrap="square" rtlCol="0">
              <a:spAutoFit/>
            </a:bodyPr>
            <a:lstStyle/>
            <a:p>
              <a:pPr algn="ctr"/>
              <a:r>
                <a:rPr lang="en-US" altLang="ko-KR" sz="1200" b="1" dirty="0">
                  <a:solidFill>
                    <a:prstClr val="black">
                      <a:lumMod val="75000"/>
                      <a:lumOff val="25000"/>
                    </a:prstClr>
                  </a:solidFill>
                  <a:latin typeface="Calibri"/>
                </a:rPr>
                <a:t>23.03-22.4</a:t>
              </a:r>
              <a:endParaRPr lang="ko-KR" altLang="en-US" sz="1200" b="1" dirty="0">
                <a:solidFill>
                  <a:prstClr val="black">
                    <a:lumMod val="75000"/>
                    <a:lumOff val="25000"/>
                  </a:prstClr>
                </a:solidFill>
                <a:latin typeface="Calibri"/>
              </a:endParaRPr>
            </a:p>
          </p:txBody>
        </p:sp>
      </p:grpSp>
      <p:grpSp>
        <p:nvGrpSpPr>
          <p:cNvPr id="71" name="그룹 70">
            <a:extLst>
              <a:ext uri="{FF2B5EF4-FFF2-40B4-BE49-F238E27FC236}">
                <a16:creationId xmlns:a16="http://schemas.microsoft.com/office/drawing/2014/main" id="{6B82EC8C-5627-0E2A-EBD5-B6BE5B7F2056}"/>
              </a:ext>
            </a:extLst>
          </p:cNvPr>
          <p:cNvGrpSpPr/>
          <p:nvPr/>
        </p:nvGrpSpPr>
        <p:grpSpPr>
          <a:xfrm>
            <a:off x="5230356" y="1717007"/>
            <a:ext cx="1713846" cy="2573192"/>
            <a:chOff x="3682056" y="1717007"/>
            <a:chExt cx="1713846" cy="2573192"/>
          </a:xfrm>
        </p:grpSpPr>
        <p:sp>
          <p:nvSpPr>
            <p:cNvPr id="53" name="타원 52">
              <a:extLst>
                <a:ext uri="{FF2B5EF4-FFF2-40B4-BE49-F238E27FC236}">
                  <a16:creationId xmlns:a16="http://schemas.microsoft.com/office/drawing/2014/main" id="{44E7A37D-FE19-53F2-7890-2521A3666EC1}"/>
                </a:ext>
              </a:extLst>
            </p:cNvPr>
            <p:cNvSpPr/>
            <p:nvPr/>
          </p:nvSpPr>
          <p:spPr>
            <a:xfrm>
              <a:off x="3682056" y="1717007"/>
              <a:ext cx="1713846" cy="1713846"/>
            </a:xfrm>
            <a:prstGeom prst="ellipse">
              <a:avLst/>
            </a:prstGeom>
            <a:solidFill>
              <a:srgbClr val="BBD2EE"/>
            </a:solidFill>
            <a:ln w="9525" cap="flat" cmpd="sng" algn="ctr">
              <a:solidFill>
                <a:srgbClr val="4F81BD">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solidFill>
                    <a:srgbClr val="4F81BD">
                      <a:lumMod val="75000"/>
                    </a:srgbClr>
                  </a:solidFill>
                  <a:effectLst/>
                  <a:uLnTx/>
                  <a:uFillTx/>
                  <a:latin typeface="Calibri"/>
                  <a:ea typeface="맑은 고딕" panose="020B0503020000020004" pitchFamily="50" charset="-127"/>
                  <a:cs typeface="+mn-cs"/>
                </a:rPr>
                <a:t>Choose </a:t>
              </a:r>
              <a:r>
                <a:rPr lang="en-US" altLang="ko-KR" sz="1400" b="1" kern="0" dirty="0">
                  <a:solidFill>
                    <a:srgbClr val="4F81BD">
                      <a:lumMod val="75000"/>
                    </a:srgbClr>
                  </a:solidFill>
                  <a:latin typeface="Calibri"/>
                  <a:ea typeface="맑은 고딕" panose="020B0503020000020004" pitchFamily="50" charset="-127"/>
                </a:rPr>
                <a:t>final model, Experiment</a:t>
              </a:r>
              <a:endParaRPr kumimoji="0" lang="en-US" altLang="ko-KR" sz="1400" b="1" i="0" u="none" strike="noStrike" kern="0" cap="none" spc="0" normalizeH="0" baseline="0" noProof="0" dirty="0">
                <a:ln>
                  <a:noFill/>
                </a:ln>
                <a:solidFill>
                  <a:srgbClr val="4F81BD">
                    <a:lumMod val="75000"/>
                  </a:srgbClr>
                </a:solidFill>
                <a:effectLst/>
                <a:uLnTx/>
                <a:uFillTx/>
                <a:latin typeface="Calibri"/>
                <a:ea typeface="맑은 고딕" panose="020B0503020000020004" pitchFamily="50" charset="-127"/>
                <a:cs typeface="+mn-cs"/>
              </a:endParaRPr>
            </a:p>
          </p:txBody>
        </p:sp>
        <p:cxnSp>
          <p:nvCxnSpPr>
            <p:cNvPr id="59" name="직선 연결선 58">
              <a:extLst>
                <a:ext uri="{FF2B5EF4-FFF2-40B4-BE49-F238E27FC236}">
                  <a16:creationId xmlns:a16="http://schemas.microsoft.com/office/drawing/2014/main" id="{24086DEC-C041-13CC-B78C-4B2F27AF5B03}"/>
                </a:ext>
              </a:extLst>
            </p:cNvPr>
            <p:cNvCxnSpPr>
              <a:cxnSpLocks/>
            </p:cNvCxnSpPr>
            <p:nvPr/>
          </p:nvCxnSpPr>
          <p:spPr>
            <a:xfrm flipV="1">
              <a:off x="4535687" y="3430853"/>
              <a:ext cx="0" cy="577750"/>
            </a:xfrm>
            <a:prstGeom prst="line">
              <a:avLst/>
            </a:prstGeom>
            <a:noFill/>
            <a:ln w="9525" cap="flat" cmpd="sng" algn="ctr">
              <a:solidFill>
                <a:srgbClr val="4F81BD">
                  <a:shade val="95000"/>
                  <a:satMod val="105000"/>
                </a:srgbClr>
              </a:solidFill>
              <a:prstDash val="solid"/>
            </a:ln>
            <a:effectLst/>
          </p:spPr>
        </p:cxnSp>
        <p:sp>
          <p:nvSpPr>
            <p:cNvPr id="63" name="TextBox 62">
              <a:extLst>
                <a:ext uri="{FF2B5EF4-FFF2-40B4-BE49-F238E27FC236}">
                  <a16:creationId xmlns:a16="http://schemas.microsoft.com/office/drawing/2014/main" id="{F35D3F3A-F956-2DDD-D627-C80FC92C5D18}"/>
                </a:ext>
              </a:extLst>
            </p:cNvPr>
            <p:cNvSpPr txBox="1"/>
            <p:nvPr/>
          </p:nvSpPr>
          <p:spPr>
            <a:xfrm>
              <a:off x="3717742" y="4013200"/>
              <a:ext cx="1656223" cy="276999"/>
            </a:xfrm>
            <a:prstGeom prst="rect">
              <a:avLst/>
            </a:prstGeom>
            <a:noFill/>
          </p:spPr>
          <p:txBody>
            <a:bodyPr wrap="square" rtlCol="0">
              <a:spAutoFit/>
            </a:bodyPr>
            <a:lstStyle/>
            <a:p>
              <a:pPr algn="ctr"/>
              <a:r>
                <a:rPr lang="en-US" altLang="ko-KR" sz="1200" b="1" dirty="0">
                  <a:solidFill>
                    <a:prstClr val="black">
                      <a:lumMod val="75000"/>
                      <a:lumOff val="25000"/>
                    </a:prstClr>
                  </a:solidFill>
                  <a:latin typeface="Calibri"/>
                </a:rPr>
                <a:t>23.05-23.06</a:t>
              </a:r>
              <a:endParaRPr lang="ko-KR" altLang="en-US" sz="1200" b="1" dirty="0">
                <a:solidFill>
                  <a:prstClr val="black">
                    <a:lumMod val="75000"/>
                    <a:lumOff val="25000"/>
                  </a:prstClr>
                </a:solidFill>
                <a:latin typeface="Calibri"/>
              </a:endParaRPr>
            </a:p>
          </p:txBody>
        </p:sp>
      </p:grpSp>
      <p:grpSp>
        <p:nvGrpSpPr>
          <p:cNvPr id="73" name="그룹 72">
            <a:extLst>
              <a:ext uri="{FF2B5EF4-FFF2-40B4-BE49-F238E27FC236}">
                <a16:creationId xmlns:a16="http://schemas.microsoft.com/office/drawing/2014/main" id="{E6F3CB39-D2AE-CACA-9E86-1888199C587B}"/>
              </a:ext>
            </a:extLst>
          </p:cNvPr>
          <p:cNvGrpSpPr/>
          <p:nvPr/>
        </p:nvGrpSpPr>
        <p:grpSpPr>
          <a:xfrm>
            <a:off x="10460712" y="1717007"/>
            <a:ext cx="1713846" cy="2580067"/>
            <a:chOff x="10460712" y="1717007"/>
            <a:chExt cx="1713846" cy="2580067"/>
          </a:xfrm>
        </p:grpSpPr>
        <p:sp>
          <p:nvSpPr>
            <p:cNvPr id="55" name="타원 54">
              <a:extLst>
                <a:ext uri="{FF2B5EF4-FFF2-40B4-BE49-F238E27FC236}">
                  <a16:creationId xmlns:a16="http://schemas.microsoft.com/office/drawing/2014/main" id="{81921B2E-6028-5709-E940-0284A0EC2358}"/>
                </a:ext>
              </a:extLst>
            </p:cNvPr>
            <p:cNvSpPr/>
            <p:nvPr/>
          </p:nvSpPr>
          <p:spPr>
            <a:xfrm>
              <a:off x="10460712" y="1717007"/>
              <a:ext cx="1713846" cy="1713846"/>
            </a:xfrm>
            <a:prstGeom prst="ellipse">
              <a:avLst/>
            </a:prstGeom>
            <a:solidFill>
              <a:srgbClr val="1F497D">
                <a:lumMod val="60000"/>
                <a:lumOff val="40000"/>
                <a:alpha val="10000"/>
              </a:srgbClr>
            </a:solidFill>
            <a:ln w="9525" cap="flat" cmpd="sng" algn="ctr">
              <a:solidFill>
                <a:srgbClr val="4F81BD">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solidFill>
                    <a:srgbClr val="4F81BD">
                      <a:lumMod val="75000"/>
                    </a:srgbClr>
                  </a:solidFill>
                  <a:effectLst/>
                  <a:uLnTx/>
                  <a:uFillTx/>
                  <a:latin typeface="Calibri"/>
                  <a:ea typeface="맑은 고딕" panose="020B0503020000020004" pitchFamily="50" charset="-127"/>
                  <a:cs typeface="+mn-cs"/>
                </a:rPr>
                <a:t>Final workout</a:t>
              </a:r>
            </a:p>
          </p:txBody>
        </p:sp>
        <p:cxnSp>
          <p:nvCxnSpPr>
            <p:cNvPr id="60" name="직선 연결선 59">
              <a:extLst>
                <a:ext uri="{FF2B5EF4-FFF2-40B4-BE49-F238E27FC236}">
                  <a16:creationId xmlns:a16="http://schemas.microsoft.com/office/drawing/2014/main" id="{83E602AC-3F24-D803-FC6E-0B08FAFA0B7B}"/>
                </a:ext>
              </a:extLst>
            </p:cNvPr>
            <p:cNvCxnSpPr>
              <a:cxnSpLocks/>
            </p:cNvCxnSpPr>
            <p:nvPr/>
          </p:nvCxnSpPr>
          <p:spPr>
            <a:xfrm flipV="1">
              <a:off x="11329482" y="3430853"/>
              <a:ext cx="0" cy="577750"/>
            </a:xfrm>
            <a:prstGeom prst="line">
              <a:avLst/>
            </a:prstGeom>
            <a:noFill/>
            <a:ln w="9525" cap="flat" cmpd="sng" algn="ctr">
              <a:solidFill>
                <a:srgbClr val="4F81BD">
                  <a:shade val="95000"/>
                  <a:satMod val="105000"/>
                </a:srgbClr>
              </a:solidFill>
              <a:prstDash val="solid"/>
            </a:ln>
            <a:effectLst/>
          </p:spPr>
        </p:cxnSp>
        <p:sp>
          <p:nvSpPr>
            <p:cNvPr id="64" name="TextBox 63">
              <a:extLst>
                <a:ext uri="{FF2B5EF4-FFF2-40B4-BE49-F238E27FC236}">
                  <a16:creationId xmlns:a16="http://schemas.microsoft.com/office/drawing/2014/main" id="{0F609F6E-0220-0304-D4F5-443163EB50A2}"/>
                </a:ext>
              </a:extLst>
            </p:cNvPr>
            <p:cNvSpPr txBox="1"/>
            <p:nvPr/>
          </p:nvSpPr>
          <p:spPr>
            <a:xfrm>
              <a:off x="10501836" y="4020075"/>
              <a:ext cx="1656223" cy="276999"/>
            </a:xfrm>
            <a:prstGeom prst="rect">
              <a:avLst/>
            </a:prstGeom>
            <a:noFill/>
          </p:spPr>
          <p:txBody>
            <a:bodyPr wrap="square" rtlCol="0">
              <a:spAutoFit/>
            </a:bodyPr>
            <a:lstStyle/>
            <a:p>
              <a:pPr algn="ctr"/>
              <a:r>
                <a:rPr lang="en-US" altLang="ko-KR" sz="1200" b="1" dirty="0">
                  <a:solidFill>
                    <a:prstClr val="black">
                      <a:lumMod val="75000"/>
                      <a:lumOff val="25000"/>
                    </a:prstClr>
                  </a:solidFill>
                  <a:latin typeface="Calibri"/>
                </a:rPr>
                <a:t>23.06</a:t>
              </a:r>
              <a:endParaRPr lang="ko-KR" altLang="en-US" sz="1200" b="1" dirty="0">
                <a:solidFill>
                  <a:prstClr val="black">
                    <a:lumMod val="75000"/>
                    <a:lumOff val="25000"/>
                  </a:prstClr>
                </a:solidFill>
                <a:latin typeface="Calibri"/>
              </a:endParaRPr>
            </a:p>
          </p:txBody>
        </p:sp>
      </p:grpSp>
      <p:grpSp>
        <p:nvGrpSpPr>
          <p:cNvPr id="72" name="그룹 71">
            <a:extLst>
              <a:ext uri="{FF2B5EF4-FFF2-40B4-BE49-F238E27FC236}">
                <a16:creationId xmlns:a16="http://schemas.microsoft.com/office/drawing/2014/main" id="{996DD7D8-19D5-9AEB-CF7C-C485C5DE61BD}"/>
              </a:ext>
            </a:extLst>
          </p:cNvPr>
          <p:cNvGrpSpPr/>
          <p:nvPr/>
        </p:nvGrpSpPr>
        <p:grpSpPr>
          <a:xfrm>
            <a:off x="7845534" y="3725598"/>
            <a:ext cx="1713846" cy="2573230"/>
            <a:chOff x="5523084" y="3725598"/>
            <a:chExt cx="1713846" cy="2573230"/>
          </a:xfrm>
        </p:grpSpPr>
        <p:sp>
          <p:nvSpPr>
            <p:cNvPr id="54" name="타원 53">
              <a:extLst>
                <a:ext uri="{FF2B5EF4-FFF2-40B4-BE49-F238E27FC236}">
                  <a16:creationId xmlns:a16="http://schemas.microsoft.com/office/drawing/2014/main" id="{4DDB0ADA-AFE7-D0AA-544E-E403E9768A44}"/>
                </a:ext>
              </a:extLst>
            </p:cNvPr>
            <p:cNvSpPr/>
            <p:nvPr/>
          </p:nvSpPr>
          <p:spPr>
            <a:xfrm>
              <a:off x="5523084" y="4584982"/>
              <a:ext cx="1713846" cy="1713846"/>
            </a:xfrm>
            <a:prstGeom prst="ellipse">
              <a:avLst/>
            </a:prstGeom>
            <a:gradFill flip="none" rotWithShape="1">
              <a:gsLst>
                <a:gs pos="0">
                  <a:srgbClr val="4F81BD">
                    <a:lumMod val="5000"/>
                    <a:lumOff val="95000"/>
                  </a:srgbClr>
                </a:gs>
                <a:gs pos="74000">
                  <a:srgbClr val="4F81BD">
                    <a:lumMod val="45000"/>
                    <a:lumOff val="55000"/>
                  </a:srgbClr>
                </a:gs>
                <a:gs pos="83000">
                  <a:srgbClr val="4F81BD">
                    <a:lumMod val="45000"/>
                    <a:lumOff val="55000"/>
                  </a:srgbClr>
                </a:gs>
                <a:gs pos="100000">
                  <a:srgbClr val="4F81BD">
                    <a:lumMod val="30000"/>
                    <a:lumOff val="70000"/>
                  </a:srgbClr>
                </a:gs>
              </a:gsLst>
              <a:lin ang="10800000" scaled="1"/>
              <a:tileRect/>
            </a:gradFill>
            <a:ln w="9525" cap="flat" cmpd="sng" algn="ctr">
              <a:solidFill>
                <a:srgbClr val="4F81BD">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solidFill>
                    <a:srgbClr val="4F81BD">
                      <a:lumMod val="75000"/>
                    </a:srgbClr>
                  </a:solidFill>
                  <a:effectLst/>
                  <a:uLnTx/>
                  <a:uFillTx/>
                  <a:latin typeface="Calibri"/>
                  <a:ea typeface="맑은 고딕" panose="020B0503020000020004" pitchFamily="50" charset="-127"/>
                  <a:cs typeface="+mn-cs"/>
                </a:rPr>
                <a:t>Final presentation</a:t>
              </a:r>
            </a:p>
          </p:txBody>
        </p:sp>
        <p:cxnSp>
          <p:nvCxnSpPr>
            <p:cNvPr id="61" name="직선 연결선 60">
              <a:extLst>
                <a:ext uri="{FF2B5EF4-FFF2-40B4-BE49-F238E27FC236}">
                  <a16:creationId xmlns:a16="http://schemas.microsoft.com/office/drawing/2014/main" id="{355C7954-C94A-3127-78F0-E2D9B96E508C}"/>
                </a:ext>
              </a:extLst>
            </p:cNvPr>
            <p:cNvCxnSpPr>
              <a:cxnSpLocks/>
            </p:cNvCxnSpPr>
            <p:nvPr/>
          </p:nvCxnSpPr>
          <p:spPr>
            <a:xfrm flipV="1">
              <a:off x="6386722" y="4008603"/>
              <a:ext cx="0" cy="577750"/>
            </a:xfrm>
            <a:prstGeom prst="line">
              <a:avLst/>
            </a:prstGeom>
            <a:noFill/>
            <a:ln w="9525" cap="flat" cmpd="sng" algn="ctr">
              <a:solidFill>
                <a:srgbClr val="4F81BD">
                  <a:shade val="95000"/>
                  <a:satMod val="105000"/>
                </a:srgbClr>
              </a:solidFill>
              <a:prstDash val="solid"/>
            </a:ln>
            <a:effectLst/>
          </p:spPr>
        </p:cxnSp>
        <p:sp>
          <p:nvSpPr>
            <p:cNvPr id="66" name="TextBox 65">
              <a:extLst>
                <a:ext uri="{FF2B5EF4-FFF2-40B4-BE49-F238E27FC236}">
                  <a16:creationId xmlns:a16="http://schemas.microsoft.com/office/drawing/2014/main" id="{26EABFF8-10BA-F148-C8A6-A2BE53362ED9}"/>
                </a:ext>
              </a:extLst>
            </p:cNvPr>
            <p:cNvSpPr txBox="1"/>
            <p:nvPr/>
          </p:nvSpPr>
          <p:spPr>
            <a:xfrm>
              <a:off x="5552672" y="3725598"/>
              <a:ext cx="1656223" cy="276999"/>
            </a:xfrm>
            <a:prstGeom prst="rect">
              <a:avLst/>
            </a:prstGeom>
            <a:noFill/>
          </p:spPr>
          <p:txBody>
            <a:bodyPr wrap="square" rtlCol="0">
              <a:spAutoFit/>
            </a:bodyPr>
            <a:lstStyle/>
            <a:p>
              <a:pPr algn="ctr"/>
              <a:r>
                <a:rPr lang="en-US" altLang="ko-KR" sz="1200" b="1" dirty="0">
                  <a:solidFill>
                    <a:prstClr val="black">
                      <a:lumMod val="75000"/>
                      <a:lumOff val="25000"/>
                    </a:prstClr>
                  </a:solidFill>
                  <a:latin typeface="Calibri"/>
                </a:rPr>
                <a:t>23.06</a:t>
              </a:r>
              <a:endParaRPr lang="ko-KR" altLang="en-US" sz="1200" b="1" dirty="0">
                <a:solidFill>
                  <a:prstClr val="black">
                    <a:lumMod val="75000"/>
                    <a:lumOff val="25000"/>
                  </a:prstClr>
                </a:solidFill>
                <a:latin typeface="Calibri"/>
              </a:endParaRPr>
            </a:p>
          </p:txBody>
        </p:sp>
      </p:grpSp>
      <p:grpSp>
        <p:nvGrpSpPr>
          <p:cNvPr id="70" name="그룹 69">
            <a:extLst>
              <a:ext uri="{FF2B5EF4-FFF2-40B4-BE49-F238E27FC236}">
                <a16:creationId xmlns:a16="http://schemas.microsoft.com/office/drawing/2014/main" id="{867092B9-055D-D743-C737-432538F410EA}"/>
              </a:ext>
            </a:extLst>
          </p:cNvPr>
          <p:cNvGrpSpPr/>
          <p:nvPr/>
        </p:nvGrpSpPr>
        <p:grpSpPr>
          <a:xfrm>
            <a:off x="2615178" y="3726969"/>
            <a:ext cx="1713846" cy="2571859"/>
            <a:chOff x="1823598" y="3726969"/>
            <a:chExt cx="1713846" cy="2571859"/>
          </a:xfrm>
        </p:grpSpPr>
        <p:cxnSp>
          <p:nvCxnSpPr>
            <p:cNvPr id="58" name="직선 연결선 57">
              <a:extLst>
                <a:ext uri="{FF2B5EF4-FFF2-40B4-BE49-F238E27FC236}">
                  <a16:creationId xmlns:a16="http://schemas.microsoft.com/office/drawing/2014/main" id="{C67654FD-2DCC-B3E4-97D9-CE3FE4D35281}"/>
                </a:ext>
              </a:extLst>
            </p:cNvPr>
            <p:cNvCxnSpPr>
              <a:cxnSpLocks/>
            </p:cNvCxnSpPr>
            <p:nvPr/>
          </p:nvCxnSpPr>
          <p:spPr>
            <a:xfrm flipV="1">
              <a:off x="2680521" y="4008603"/>
              <a:ext cx="0" cy="577750"/>
            </a:xfrm>
            <a:prstGeom prst="line">
              <a:avLst/>
            </a:prstGeom>
            <a:noFill/>
            <a:ln w="9525" cap="flat" cmpd="sng" algn="ctr">
              <a:solidFill>
                <a:srgbClr val="4F81BD">
                  <a:shade val="95000"/>
                  <a:satMod val="105000"/>
                </a:srgbClr>
              </a:solidFill>
              <a:prstDash val="solid"/>
            </a:ln>
            <a:effectLst/>
          </p:spPr>
        </p:cxnSp>
        <p:sp>
          <p:nvSpPr>
            <p:cNvPr id="65" name="TextBox 64">
              <a:extLst>
                <a:ext uri="{FF2B5EF4-FFF2-40B4-BE49-F238E27FC236}">
                  <a16:creationId xmlns:a16="http://schemas.microsoft.com/office/drawing/2014/main" id="{75EC42A8-2214-B901-18B8-B3785EA2B1FB}"/>
                </a:ext>
              </a:extLst>
            </p:cNvPr>
            <p:cNvSpPr txBox="1"/>
            <p:nvPr/>
          </p:nvSpPr>
          <p:spPr>
            <a:xfrm>
              <a:off x="1857984" y="3726969"/>
              <a:ext cx="1656223" cy="276999"/>
            </a:xfrm>
            <a:prstGeom prst="rect">
              <a:avLst/>
            </a:prstGeom>
            <a:noFill/>
          </p:spPr>
          <p:txBody>
            <a:bodyPr wrap="square" rtlCol="0">
              <a:spAutoFit/>
            </a:bodyPr>
            <a:lstStyle/>
            <a:p>
              <a:pPr algn="ctr"/>
              <a:r>
                <a:rPr lang="en-US" altLang="ko-KR" sz="1200" b="1" dirty="0">
                  <a:solidFill>
                    <a:prstClr val="black">
                      <a:lumMod val="75000"/>
                      <a:lumOff val="25000"/>
                    </a:prstClr>
                  </a:solidFill>
                  <a:latin typeface="Calibri"/>
                </a:rPr>
                <a:t>23.04-23.05</a:t>
              </a:r>
              <a:endParaRPr lang="ko-KR" altLang="en-US" sz="1200" b="1" dirty="0">
                <a:solidFill>
                  <a:prstClr val="black">
                    <a:lumMod val="75000"/>
                    <a:lumOff val="25000"/>
                  </a:prstClr>
                </a:solidFill>
                <a:latin typeface="Calibri"/>
              </a:endParaRPr>
            </a:p>
          </p:txBody>
        </p:sp>
        <p:sp>
          <p:nvSpPr>
            <p:cNvPr id="67" name="타원 66">
              <a:extLst>
                <a:ext uri="{FF2B5EF4-FFF2-40B4-BE49-F238E27FC236}">
                  <a16:creationId xmlns:a16="http://schemas.microsoft.com/office/drawing/2014/main" id="{0C6254CB-B57B-0717-8795-ECADD4EFB992}"/>
                </a:ext>
              </a:extLst>
            </p:cNvPr>
            <p:cNvSpPr/>
            <p:nvPr/>
          </p:nvSpPr>
          <p:spPr>
            <a:xfrm>
              <a:off x="1823598" y="4584982"/>
              <a:ext cx="1713846" cy="1713846"/>
            </a:xfrm>
            <a:prstGeom prst="ellipse">
              <a:avLst/>
            </a:prstGeom>
            <a:solidFill>
              <a:srgbClr val="1F497D">
                <a:lumMod val="60000"/>
                <a:lumOff val="40000"/>
                <a:alpha val="40000"/>
              </a:srgbClr>
            </a:solidFill>
            <a:ln w="9525" cap="flat" cmpd="sng" algn="ctr">
              <a:solidFill>
                <a:srgbClr val="4F81BD">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solidFill>
                    <a:srgbClr val="4F81BD">
                      <a:lumMod val="75000"/>
                    </a:srgbClr>
                  </a:solidFill>
                  <a:effectLst/>
                  <a:uLnTx/>
                  <a:uFillTx/>
                  <a:latin typeface="Calibri"/>
                  <a:ea typeface="맑은 고딕" panose="020B0503020000020004" pitchFamily="50" charset="-127"/>
                  <a:cs typeface="+mn-cs"/>
                </a:rPr>
                <a:t>Improve basic code</a:t>
              </a:r>
            </a:p>
          </p:txBody>
        </p:sp>
      </p:grpSp>
    </p:spTree>
    <p:extLst>
      <p:ext uri="{BB962C8B-B14F-4D97-AF65-F5344CB8AC3E}">
        <p14:creationId xmlns:p14="http://schemas.microsoft.com/office/powerpoint/2010/main" val="852882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2</a:t>
            </a:r>
            <a:endParaRPr lang="ko-KR" altLang="en-US" dirty="0">
              <a:solidFill>
                <a:schemeClr val="tx2">
                  <a:lumMod val="50000"/>
                </a:schemeClr>
              </a:solidFill>
            </a:endParaRPr>
          </a:p>
        </p:txBody>
      </p:sp>
      <p:sp>
        <p:nvSpPr>
          <p:cNvPr id="2" name="TextBox 1">
            <a:extLst>
              <a:ext uri="{FF2B5EF4-FFF2-40B4-BE49-F238E27FC236}">
                <a16:creationId xmlns:a16="http://schemas.microsoft.com/office/drawing/2014/main" id="{4E396C09-45CC-E7FE-E437-58B1049CB773}"/>
              </a:ext>
            </a:extLst>
          </p:cNvPr>
          <p:cNvSpPr txBox="1"/>
          <p:nvPr/>
        </p:nvSpPr>
        <p:spPr>
          <a:xfrm>
            <a:off x="1779156" y="340617"/>
            <a:ext cx="2066463" cy="523220"/>
          </a:xfrm>
          <a:prstGeom prst="rect">
            <a:avLst/>
          </a:prstGeom>
          <a:noFill/>
        </p:spPr>
        <p:txBody>
          <a:bodyPr wrap="none" rtlCol="0">
            <a:spAutoFit/>
          </a:bodyPr>
          <a:lstStyle/>
          <a:p>
            <a:r>
              <a:rPr lang="en-US" altLang="ko-KR" sz="2800" b="1" dirty="0">
                <a:solidFill>
                  <a:srgbClr val="00377A"/>
                </a:solidFill>
              </a:rPr>
              <a:t>Basic Topic</a:t>
            </a:r>
            <a:endParaRPr lang="ko-KR" altLang="en-US" sz="2800" b="1" dirty="0">
              <a:solidFill>
                <a:srgbClr val="00377A"/>
              </a:solidFill>
            </a:endParaRPr>
          </a:p>
        </p:txBody>
      </p:sp>
      <p:sp>
        <p:nvSpPr>
          <p:cNvPr id="4" name="직사각형 3">
            <a:extLst>
              <a:ext uri="{FF2B5EF4-FFF2-40B4-BE49-F238E27FC236}">
                <a16:creationId xmlns:a16="http://schemas.microsoft.com/office/drawing/2014/main" id="{250957C9-44B1-BAF3-93FE-048F8C3FF013}"/>
              </a:ext>
            </a:extLst>
          </p:cNvPr>
          <p:cNvSpPr>
            <a:spLocks/>
          </p:cNvSpPr>
          <p:nvPr/>
        </p:nvSpPr>
        <p:spPr>
          <a:xfrm>
            <a:off x="1059958" y="1519336"/>
            <a:ext cx="5040000" cy="226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5" name="직사각형 4">
            <a:extLst>
              <a:ext uri="{FF2B5EF4-FFF2-40B4-BE49-F238E27FC236}">
                <a16:creationId xmlns:a16="http://schemas.microsoft.com/office/drawing/2014/main" id="{F003B2D8-CF44-8E40-1F18-C7F94977BC36}"/>
              </a:ext>
            </a:extLst>
          </p:cNvPr>
          <p:cNvSpPr>
            <a:spLocks/>
          </p:cNvSpPr>
          <p:nvPr/>
        </p:nvSpPr>
        <p:spPr>
          <a:xfrm>
            <a:off x="6095999" y="1519336"/>
            <a:ext cx="5040000" cy="226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6" name="직사각형 5">
            <a:extLst>
              <a:ext uri="{FF2B5EF4-FFF2-40B4-BE49-F238E27FC236}">
                <a16:creationId xmlns:a16="http://schemas.microsoft.com/office/drawing/2014/main" id="{F53EDA7F-D400-D5B9-BEF6-713C3E9EFA53}"/>
              </a:ext>
            </a:extLst>
          </p:cNvPr>
          <p:cNvSpPr>
            <a:spLocks/>
          </p:cNvSpPr>
          <p:nvPr/>
        </p:nvSpPr>
        <p:spPr>
          <a:xfrm>
            <a:off x="1059959" y="3786428"/>
            <a:ext cx="5040000" cy="226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7" name="직사각형 6">
            <a:extLst>
              <a:ext uri="{FF2B5EF4-FFF2-40B4-BE49-F238E27FC236}">
                <a16:creationId xmlns:a16="http://schemas.microsoft.com/office/drawing/2014/main" id="{011566C2-68A0-3F5E-B418-C568A041A0CF}"/>
              </a:ext>
            </a:extLst>
          </p:cNvPr>
          <p:cNvSpPr>
            <a:spLocks/>
          </p:cNvSpPr>
          <p:nvPr/>
        </p:nvSpPr>
        <p:spPr>
          <a:xfrm>
            <a:off x="6098139" y="3786428"/>
            <a:ext cx="5040000" cy="226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grpSp>
        <p:nvGrpSpPr>
          <p:cNvPr id="8" name="그룹 7">
            <a:extLst>
              <a:ext uri="{FF2B5EF4-FFF2-40B4-BE49-F238E27FC236}">
                <a16:creationId xmlns:a16="http://schemas.microsoft.com/office/drawing/2014/main" id="{5FD7FFCD-EAA5-FA5B-EF34-CF4C5C592322}"/>
              </a:ext>
            </a:extLst>
          </p:cNvPr>
          <p:cNvGrpSpPr/>
          <p:nvPr/>
        </p:nvGrpSpPr>
        <p:grpSpPr>
          <a:xfrm>
            <a:off x="5434701" y="3136497"/>
            <a:ext cx="482600" cy="482600"/>
            <a:chOff x="5379139" y="3069708"/>
            <a:chExt cx="482600" cy="482600"/>
          </a:xfrm>
        </p:grpSpPr>
        <p:sp>
          <p:nvSpPr>
            <p:cNvPr id="9" name="직사각형 8">
              <a:extLst>
                <a:ext uri="{FF2B5EF4-FFF2-40B4-BE49-F238E27FC236}">
                  <a16:creationId xmlns:a16="http://schemas.microsoft.com/office/drawing/2014/main" id="{7BED8CCE-0B8F-C4DC-8CA2-7EBEBB5C5D6A}"/>
                </a:ext>
              </a:extLst>
            </p:cNvPr>
            <p:cNvSpPr/>
            <p:nvPr/>
          </p:nvSpPr>
          <p:spPr>
            <a:xfrm>
              <a:off x="5379139" y="3069708"/>
              <a:ext cx="482600" cy="482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Box 9">
              <a:extLst>
                <a:ext uri="{FF2B5EF4-FFF2-40B4-BE49-F238E27FC236}">
                  <a16:creationId xmlns:a16="http://schemas.microsoft.com/office/drawing/2014/main" id="{97EE44F3-1189-0B94-C99F-78B1F2DA0588}"/>
                </a:ext>
              </a:extLst>
            </p:cNvPr>
            <p:cNvSpPr txBox="1"/>
            <p:nvPr/>
          </p:nvSpPr>
          <p:spPr>
            <a:xfrm>
              <a:off x="5437987" y="3080175"/>
              <a:ext cx="362600" cy="461665"/>
            </a:xfrm>
            <a:prstGeom prst="rect">
              <a:avLst/>
            </a:prstGeom>
            <a:solidFill>
              <a:schemeClr val="bg1"/>
            </a:solidFill>
          </p:spPr>
          <p:txBody>
            <a:bodyPr wrap="none" rtlCol="0">
              <a:spAutoFit/>
            </a:bodyPr>
            <a:lstStyle/>
            <a:p>
              <a:pPr algn="ctr"/>
              <a:r>
                <a:rPr lang="pt-BR" altLang="ko-KR" sz="2400" b="1" dirty="0">
                  <a:solidFill>
                    <a:schemeClr val="tx1">
                      <a:lumMod val="75000"/>
                      <a:lumOff val="25000"/>
                    </a:schemeClr>
                  </a:solidFill>
                </a:rPr>
                <a:t>1</a:t>
              </a:r>
              <a:endParaRPr lang="ko-KR" altLang="en-US" sz="2400" b="1" dirty="0">
                <a:solidFill>
                  <a:schemeClr val="tx1">
                    <a:lumMod val="75000"/>
                    <a:lumOff val="25000"/>
                  </a:schemeClr>
                </a:solidFill>
              </a:endParaRPr>
            </a:p>
          </p:txBody>
        </p:sp>
      </p:grpSp>
      <p:sp>
        <p:nvSpPr>
          <p:cNvPr id="11" name="직사각형 10">
            <a:extLst>
              <a:ext uri="{FF2B5EF4-FFF2-40B4-BE49-F238E27FC236}">
                <a16:creationId xmlns:a16="http://schemas.microsoft.com/office/drawing/2014/main" id="{FEADC64D-00D5-7667-EFF2-A6669E56CBA1}"/>
              </a:ext>
            </a:extLst>
          </p:cNvPr>
          <p:cNvSpPr/>
          <p:nvPr/>
        </p:nvSpPr>
        <p:spPr>
          <a:xfrm>
            <a:off x="6270758" y="3136496"/>
            <a:ext cx="482600" cy="482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2" name="TextBox 11">
            <a:extLst>
              <a:ext uri="{FF2B5EF4-FFF2-40B4-BE49-F238E27FC236}">
                <a16:creationId xmlns:a16="http://schemas.microsoft.com/office/drawing/2014/main" id="{68E89861-1D19-3E01-AF82-F719242E421E}"/>
              </a:ext>
            </a:extLst>
          </p:cNvPr>
          <p:cNvSpPr txBox="1">
            <a:spLocks/>
          </p:cNvSpPr>
          <p:nvPr/>
        </p:nvSpPr>
        <p:spPr>
          <a:xfrm>
            <a:off x="6327582" y="3164237"/>
            <a:ext cx="362600" cy="461665"/>
          </a:xfrm>
          <a:prstGeom prst="rect">
            <a:avLst/>
          </a:prstGeom>
          <a:noFill/>
          <a:ln>
            <a:noFill/>
          </a:ln>
        </p:spPr>
        <p:txBody>
          <a:bodyPr wrap="none" rtlCol="0">
            <a:spAutoFit/>
          </a:bodyPr>
          <a:lstStyle/>
          <a:p>
            <a:pPr algn="ctr"/>
            <a:r>
              <a:rPr lang="pt-BR" altLang="ko-KR" sz="2400" b="1" dirty="0">
                <a:solidFill>
                  <a:schemeClr val="tx1">
                    <a:lumMod val="75000"/>
                    <a:lumOff val="25000"/>
                  </a:schemeClr>
                </a:solidFill>
              </a:rPr>
              <a:t>2</a:t>
            </a:r>
            <a:endParaRPr lang="ko-KR" altLang="en-US" sz="2400" b="1" dirty="0">
              <a:solidFill>
                <a:schemeClr val="tx1">
                  <a:lumMod val="75000"/>
                  <a:lumOff val="25000"/>
                </a:schemeClr>
              </a:solidFill>
            </a:endParaRPr>
          </a:p>
        </p:txBody>
      </p:sp>
      <p:grpSp>
        <p:nvGrpSpPr>
          <p:cNvPr id="13" name="그룹 12">
            <a:extLst>
              <a:ext uri="{FF2B5EF4-FFF2-40B4-BE49-F238E27FC236}">
                <a16:creationId xmlns:a16="http://schemas.microsoft.com/office/drawing/2014/main" id="{A306F6C4-8EF5-2102-8237-86BB169E22F1}"/>
              </a:ext>
            </a:extLst>
          </p:cNvPr>
          <p:cNvGrpSpPr/>
          <p:nvPr/>
        </p:nvGrpSpPr>
        <p:grpSpPr>
          <a:xfrm>
            <a:off x="5433549" y="3991593"/>
            <a:ext cx="482600" cy="482600"/>
            <a:chOff x="5377987" y="3969291"/>
            <a:chExt cx="482600" cy="482600"/>
          </a:xfrm>
        </p:grpSpPr>
        <p:sp>
          <p:nvSpPr>
            <p:cNvPr id="14" name="직사각형 13">
              <a:extLst>
                <a:ext uri="{FF2B5EF4-FFF2-40B4-BE49-F238E27FC236}">
                  <a16:creationId xmlns:a16="http://schemas.microsoft.com/office/drawing/2014/main" id="{8B13B901-1299-F8E0-D804-17858BDEFD8F}"/>
                </a:ext>
              </a:extLst>
            </p:cNvPr>
            <p:cNvSpPr/>
            <p:nvPr/>
          </p:nvSpPr>
          <p:spPr>
            <a:xfrm>
              <a:off x="5377987" y="3969291"/>
              <a:ext cx="482600" cy="482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5" name="TextBox 14">
              <a:extLst>
                <a:ext uri="{FF2B5EF4-FFF2-40B4-BE49-F238E27FC236}">
                  <a16:creationId xmlns:a16="http://schemas.microsoft.com/office/drawing/2014/main" id="{0F33BBDF-2F0A-FD0B-A4AC-A1771AA00F29}"/>
                </a:ext>
              </a:extLst>
            </p:cNvPr>
            <p:cNvSpPr txBox="1"/>
            <p:nvPr/>
          </p:nvSpPr>
          <p:spPr>
            <a:xfrm>
              <a:off x="5434248" y="3979758"/>
              <a:ext cx="362600" cy="461665"/>
            </a:xfrm>
            <a:prstGeom prst="rect">
              <a:avLst/>
            </a:prstGeom>
            <a:solidFill>
              <a:schemeClr val="bg1"/>
            </a:solidFill>
          </p:spPr>
          <p:txBody>
            <a:bodyPr wrap="none" rtlCol="0">
              <a:spAutoFit/>
            </a:bodyPr>
            <a:lstStyle/>
            <a:p>
              <a:pPr algn="ctr"/>
              <a:r>
                <a:rPr lang="pt-BR" altLang="ko-KR" sz="2400" b="1" dirty="0">
                  <a:solidFill>
                    <a:schemeClr val="tx1">
                      <a:lumMod val="75000"/>
                      <a:lumOff val="25000"/>
                    </a:schemeClr>
                  </a:solidFill>
                </a:rPr>
                <a:t>3</a:t>
              </a:r>
              <a:endParaRPr lang="ko-KR" altLang="en-US" sz="2400" b="1" dirty="0">
                <a:solidFill>
                  <a:schemeClr val="tx1">
                    <a:lumMod val="75000"/>
                    <a:lumOff val="25000"/>
                  </a:schemeClr>
                </a:solidFill>
              </a:endParaRPr>
            </a:p>
          </p:txBody>
        </p:sp>
      </p:grpSp>
      <p:grpSp>
        <p:nvGrpSpPr>
          <p:cNvPr id="16" name="그룹 15">
            <a:extLst>
              <a:ext uri="{FF2B5EF4-FFF2-40B4-BE49-F238E27FC236}">
                <a16:creationId xmlns:a16="http://schemas.microsoft.com/office/drawing/2014/main" id="{931D1FDA-92EE-94B9-074E-2ADB5A0E2A8C}"/>
              </a:ext>
            </a:extLst>
          </p:cNvPr>
          <p:cNvGrpSpPr/>
          <p:nvPr/>
        </p:nvGrpSpPr>
        <p:grpSpPr>
          <a:xfrm>
            <a:off x="6281949" y="3991592"/>
            <a:ext cx="482600" cy="482600"/>
            <a:chOff x="6335143" y="3969290"/>
            <a:chExt cx="482600" cy="482600"/>
          </a:xfrm>
        </p:grpSpPr>
        <p:sp>
          <p:nvSpPr>
            <p:cNvPr id="19" name="직사각형 18">
              <a:extLst>
                <a:ext uri="{FF2B5EF4-FFF2-40B4-BE49-F238E27FC236}">
                  <a16:creationId xmlns:a16="http://schemas.microsoft.com/office/drawing/2014/main" id="{AC8355A3-074C-5AF3-BB6A-7DF9B35B6D3E}"/>
                </a:ext>
              </a:extLst>
            </p:cNvPr>
            <p:cNvSpPr/>
            <p:nvPr/>
          </p:nvSpPr>
          <p:spPr>
            <a:xfrm>
              <a:off x="6335143" y="3969290"/>
              <a:ext cx="482600" cy="482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21" name="TextBox 20">
              <a:extLst>
                <a:ext uri="{FF2B5EF4-FFF2-40B4-BE49-F238E27FC236}">
                  <a16:creationId xmlns:a16="http://schemas.microsoft.com/office/drawing/2014/main" id="{718DE558-6EBC-60E8-F0C0-A5AB1E4A2EC5}"/>
                </a:ext>
              </a:extLst>
            </p:cNvPr>
            <p:cNvSpPr txBox="1"/>
            <p:nvPr/>
          </p:nvSpPr>
          <p:spPr>
            <a:xfrm>
              <a:off x="6404411" y="3979757"/>
              <a:ext cx="362600" cy="461665"/>
            </a:xfrm>
            <a:prstGeom prst="rect">
              <a:avLst/>
            </a:prstGeom>
            <a:solidFill>
              <a:schemeClr val="bg1"/>
            </a:solidFill>
          </p:spPr>
          <p:txBody>
            <a:bodyPr wrap="none" rtlCol="0">
              <a:spAutoFit/>
            </a:bodyPr>
            <a:lstStyle/>
            <a:p>
              <a:pPr algn="r"/>
              <a:r>
                <a:rPr lang="en-US" altLang="ko-KR" sz="2400" b="1" dirty="0">
                  <a:solidFill>
                    <a:schemeClr val="tx1">
                      <a:lumMod val="75000"/>
                      <a:lumOff val="25000"/>
                    </a:schemeClr>
                  </a:solidFill>
                </a:rPr>
                <a:t>4</a:t>
              </a:r>
              <a:endParaRPr lang="ko-KR" altLang="en-US" sz="2400" b="1" dirty="0">
                <a:solidFill>
                  <a:schemeClr val="tx1">
                    <a:lumMod val="75000"/>
                    <a:lumOff val="25000"/>
                  </a:schemeClr>
                </a:solidFill>
              </a:endParaRPr>
            </a:p>
          </p:txBody>
        </p:sp>
      </p:grpSp>
      <p:sp>
        <p:nvSpPr>
          <p:cNvPr id="22" name="TextBox 21">
            <a:extLst>
              <a:ext uri="{FF2B5EF4-FFF2-40B4-BE49-F238E27FC236}">
                <a16:creationId xmlns:a16="http://schemas.microsoft.com/office/drawing/2014/main" id="{54CA223A-E73C-68C9-7823-2C3BF127E5F3}"/>
              </a:ext>
            </a:extLst>
          </p:cNvPr>
          <p:cNvSpPr txBox="1"/>
          <p:nvPr/>
        </p:nvSpPr>
        <p:spPr>
          <a:xfrm>
            <a:off x="1312409" y="1811639"/>
            <a:ext cx="3089470" cy="1700787"/>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altLang="ko-KR" b="1" spc="-150" dirty="0">
                <a:solidFill>
                  <a:schemeClr val="bg1"/>
                </a:solidFill>
                <a:latin typeface="+mn-ea"/>
              </a:rPr>
              <a:t>CNN network</a:t>
            </a:r>
          </a:p>
          <a:p>
            <a:pPr marL="285750" indent="-285750">
              <a:lnSpc>
                <a:spcPct val="150000"/>
              </a:lnSpc>
              <a:buFont typeface="Wingdings" panose="05000000000000000000" pitchFamily="2" charset="2"/>
              <a:buChar char="§"/>
            </a:pPr>
            <a:r>
              <a:rPr lang="en-US" altLang="ko-KR" spc="-150" dirty="0">
                <a:solidFill>
                  <a:schemeClr val="bg1"/>
                </a:solidFill>
                <a:latin typeface="+mn-ea"/>
              </a:rPr>
              <a:t>Deeper convolutional layer</a:t>
            </a:r>
          </a:p>
          <a:p>
            <a:pPr marL="285750" indent="-285750">
              <a:lnSpc>
                <a:spcPct val="150000"/>
              </a:lnSpc>
              <a:buFont typeface="Wingdings" panose="05000000000000000000" pitchFamily="2" charset="2"/>
              <a:buChar char="§"/>
            </a:pPr>
            <a:r>
              <a:rPr lang="en-US" altLang="ko-KR" spc="-150" dirty="0">
                <a:solidFill>
                  <a:schemeClr val="bg1"/>
                </a:solidFill>
                <a:latin typeface="+mn-ea"/>
              </a:rPr>
              <a:t>Batch</a:t>
            </a:r>
            <a:r>
              <a:rPr lang="ko-KR" altLang="en-US" spc="-150" dirty="0">
                <a:solidFill>
                  <a:schemeClr val="bg1"/>
                </a:solidFill>
                <a:latin typeface="+mn-ea"/>
              </a:rPr>
              <a:t> </a:t>
            </a:r>
            <a:r>
              <a:rPr lang="en-US" altLang="ko-KR" spc="-150" dirty="0">
                <a:solidFill>
                  <a:schemeClr val="bg1"/>
                </a:solidFill>
                <a:latin typeface="+mn-ea"/>
              </a:rPr>
              <a:t>norm</a:t>
            </a:r>
          </a:p>
          <a:p>
            <a:pPr marL="285750" indent="-285750">
              <a:lnSpc>
                <a:spcPct val="150000"/>
              </a:lnSpc>
              <a:buFont typeface="Wingdings" panose="05000000000000000000" pitchFamily="2" charset="2"/>
              <a:buChar char="§"/>
            </a:pPr>
            <a:r>
              <a:rPr lang="en-US" altLang="ko-KR" spc="-150" dirty="0" err="1">
                <a:solidFill>
                  <a:schemeClr val="bg1"/>
                </a:solidFill>
                <a:latin typeface="+mn-ea"/>
              </a:rPr>
              <a:t>ResNet</a:t>
            </a:r>
            <a:endParaRPr lang="en-US" altLang="ko-KR" spc="-150" dirty="0">
              <a:solidFill>
                <a:schemeClr val="bg1"/>
              </a:solidFill>
              <a:latin typeface="+mn-ea"/>
            </a:endParaRPr>
          </a:p>
        </p:txBody>
      </p:sp>
      <p:sp>
        <p:nvSpPr>
          <p:cNvPr id="23" name="TextBox 22">
            <a:extLst>
              <a:ext uri="{FF2B5EF4-FFF2-40B4-BE49-F238E27FC236}">
                <a16:creationId xmlns:a16="http://schemas.microsoft.com/office/drawing/2014/main" id="{BDB00A16-B01F-0AAC-07B9-6B309F8A5F6B}"/>
              </a:ext>
            </a:extLst>
          </p:cNvPr>
          <p:cNvSpPr txBox="1"/>
          <p:nvPr/>
        </p:nvSpPr>
        <p:spPr>
          <a:xfrm>
            <a:off x="7889359" y="1811639"/>
            <a:ext cx="2954664" cy="1700787"/>
          </a:xfrm>
          <a:prstGeom prst="rect">
            <a:avLst/>
          </a:prstGeom>
          <a:noFill/>
        </p:spPr>
        <p:txBody>
          <a:bodyPr wrap="square" rtlCol="0">
            <a:spAutoFit/>
          </a:bodyPr>
          <a:lstStyle/>
          <a:p>
            <a:pPr marL="285750" indent="-285750" algn="r">
              <a:lnSpc>
                <a:spcPct val="150000"/>
              </a:lnSpc>
              <a:buFont typeface="Wingdings" panose="05000000000000000000" pitchFamily="2" charset="2"/>
              <a:buChar char="§"/>
            </a:pPr>
            <a:r>
              <a:rPr lang="en-US" altLang="ko-KR" b="1" spc="-150" dirty="0">
                <a:solidFill>
                  <a:schemeClr val="tx1">
                    <a:lumMod val="75000"/>
                    <a:lumOff val="25000"/>
                  </a:schemeClr>
                </a:solidFill>
                <a:latin typeface="+mn-ea"/>
              </a:rPr>
              <a:t>Loss function</a:t>
            </a:r>
          </a:p>
          <a:p>
            <a:pPr marL="285750" indent="-285750" algn="r">
              <a:lnSpc>
                <a:spcPct val="150000"/>
              </a:lnSpc>
              <a:buFont typeface="Wingdings" panose="05000000000000000000" pitchFamily="2" charset="2"/>
              <a:buChar char="§"/>
            </a:pPr>
            <a:r>
              <a:rPr lang="en-US" altLang="ko-KR" spc="-150" dirty="0">
                <a:solidFill>
                  <a:schemeClr val="tx1">
                    <a:lumMod val="75000"/>
                    <a:lumOff val="25000"/>
                  </a:schemeClr>
                </a:solidFill>
                <a:latin typeface="+mn-ea"/>
              </a:rPr>
              <a:t>Cross entropy</a:t>
            </a:r>
          </a:p>
          <a:p>
            <a:pPr marL="285750" indent="-285750" algn="r">
              <a:lnSpc>
                <a:spcPct val="150000"/>
              </a:lnSpc>
              <a:buFont typeface="Wingdings" panose="05000000000000000000" pitchFamily="2" charset="2"/>
              <a:buChar char="§"/>
            </a:pPr>
            <a:r>
              <a:rPr lang="en-US" altLang="ko-KR" spc="-150" dirty="0" err="1">
                <a:solidFill>
                  <a:schemeClr val="tx1">
                    <a:lumMod val="75000"/>
                    <a:lumOff val="25000"/>
                  </a:schemeClr>
                </a:solidFill>
                <a:latin typeface="+mn-ea"/>
              </a:rPr>
              <a:t>Mixup</a:t>
            </a:r>
            <a:r>
              <a:rPr lang="en-US" altLang="ko-KR" spc="-150" dirty="0">
                <a:solidFill>
                  <a:schemeClr val="tx1">
                    <a:lumMod val="75000"/>
                    <a:lumOff val="25000"/>
                  </a:schemeClr>
                </a:solidFill>
                <a:latin typeface="+mn-ea"/>
              </a:rPr>
              <a:t> training</a:t>
            </a:r>
          </a:p>
          <a:p>
            <a:pPr marL="285750" indent="-285750" algn="r">
              <a:lnSpc>
                <a:spcPct val="150000"/>
              </a:lnSpc>
              <a:buFont typeface="Wingdings" panose="05000000000000000000" pitchFamily="2" charset="2"/>
              <a:buChar char="§"/>
            </a:pPr>
            <a:r>
              <a:rPr lang="en-US" altLang="ko-KR" spc="-150" dirty="0">
                <a:solidFill>
                  <a:schemeClr val="tx1">
                    <a:lumMod val="75000"/>
                    <a:lumOff val="25000"/>
                  </a:schemeClr>
                </a:solidFill>
                <a:latin typeface="+mn-ea"/>
              </a:rPr>
              <a:t>Label smoothing</a:t>
            </a:r>
          </a:p>
        </p:txBody>
      </p:sp>
      <p:sp>
        <p:nvSpPr>
          <p:cNvPr id="24" name="TextBox 23">
            <a:extLst>
              <a:ext uri="{FF2B5EF4-FFF2-40B4-BE49-F238E27FC236}">
                <a16:creationId xmlns:a16="http://schemas.microsoft.com/office/drawing/2014/main" id="{8AAC7C8C-900A-2563-CA5D-5444314DE85B}"/>
              </a:ext>
            </a:extLst>
          </p:cNvPr>
          <p:cNvSpPr txBox="1"/>
          <p:nvPr/>
        </p:nvSpPr>
        <p:spPr>
          <a:xfrm>
            <a:off x="1312409" y="4032764"/>
            <a:ext cx="3089470" cy="1285288"/>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altLang="ko-KR" b="1" spc="-150" dirty="0">
                <a:solidFill>
                  <a:schemeClr val="bg1"/>
                </a:solidFill>
                <a:latin typeface="+mn-ea"/>
              </a:rPr>
              <a:t>Optimizer</a:t>
            </a:r>
          </a:p>
          <a:p>
            <a:pPr marL="285750" indent="-285750">
              <a:lnSpc>
                <a:spcPct val="150000"/>
              </a:lnSpc>
              <a:buFont typeface="Wingdings" panose="05000000000000000000" pitchFamily="2" charset="2"/>
              <a:buChar char="§"/>
            </a:pPr>
            <a:r>
              <a:rPr lang="en-US" altLang="ko-KR" spc="-150" dirty="0">
                <a:solidFill>
                  <a:schemeClr val="bg1"/>
                </a:solidFill>
                <a:latin typeface="+mn-ea"/>
              </a:rPr>
              <a:t>SGD</a:t>
            </a:r>
          </a:p>
          <a:p>
            <a:pPr marL="285750" indent="-285750">
              <a:lnSpc>
                <a:spcPct val="150000"/>
              </a:lnSpc>
              <a:buFont typeface="Wingdings" panose="05000000000000000000" pitchFamily="2" charset="2"/>
              <a:buChar char="§"/>
            </a:pPr>
            <a:r>
              <a:rPr lang="en-US" altLang="ko-KR" spc="-150" dirty="0">
                <a:solidFill>
                  <a:schemeClr val="bg1"/>
                </a:solidFill>
                <a:latin typeface="+mn-ea"/>
              </a:rPr>
              <a:t>ADAM</a:t>
            </a:r>
          </a:p>
        </p:txBody>
      </p:sp>
      <p:sp>
        <p:nvSpPr>
          <p:cNvPr id="25" name="TextBox 24">
            <a:extLst>
              <a:ext uri="{FF2B5EF4-FFF2-40B4-BE49-F238E27FC236}">
                <a16:creationId xmlns:a16="http://schemas.microsoft.com/office/drawing/2014/main" id="{80B30975-5C68-ED77-2625-D960D858F868}"/>
              </a:ext>
            </a:extLst>
          </p:cNvPr>
          <p:cNvSpPr txBox="1"/>
          <p:nvPr/>
        </p:nvSpPr>
        <p:spPr>
          <a:xfrm>
            <a:off x="8346559" y="4030619"/>
            <a:ext cx="2497464" cy="1700787"/>
          </a:xfrm>
          <a:prstGeom prst="rect">
            <a:avLst/>
          </a:prstGeom>
          <a:noFill/>
        </p:spPr>
        <p:txBody>
          <a:bodyPr wrap="square" rtlCol="0">
            <a:spAutoFit/>
          </a:bodyPr>
          <a:lstStyle/>
          <a:p>
            <a:pPr marL="285750" indent="-285750" algn="r">
              <a:lnSpc>
                <a:spcPct val="150000"/>
              </a:lnSpc>
              <a:buFont typeface="Wingdings" panose="05000000000000000000" pitchFamily="2" charset="2"/>
              <a:buChar char="§"/>
            </a:pPr>
            <a:r>
              <a:rPr lang="en-US" altLang="ko-KR" b="1" spc="-150" dirty="0">
                <a:solidFill>
                  <a:schemeClr val="bg1"/>
                </a:solidFill>
                <a:latin typeface="+mn-ea"/>
              </a:rPr>
              <a:t>Hyperparameter</a:t>
            </a:r>
          </a:p>
          <a:p>
            <a:pPr marL="285750" indent="-285750" algn="r">
              <a:lnSpc>
                <a:spcPct val="150000"/>
              </a:lnSpc>
              <a:buFont typeface="Wingdings" panose="05000000000000000000" pitchFamily="2" charset="2"/>
              <a:buChar char="§"/>
            </a:pPr>
            <a:r>
              <a:rPr lang="en-US" altLang="ko-KR" spc="-150" dirty="0">
                <a:solidFill>
                  <a:schemeClr val="bg1"/>
                </a:solidFill>
                <a:latin typeface="+mn-ea"/>
              </a:rPr>
              <a:t>Epoch</a:t>
            </a:r>
          </a:p>
          <a:p>
            <a:pPr marL="285750" indent="-285750" algn="r">
              <a:lnSpc>
                <a:spcPct val="150000"/>
              </a:lnSpc>
              <a:buFont typeface="Wingdings" panose="05000000000000000000" pitchFamily="2" charset="2"/>
              <a:buChar char="§"/>
            </a:pPr>
            <a:r>
              <a:rPr lang="en-US" altLang="ko-KR" spc="-150" dirty="0">
                <a:solidFill>
                  <a:schemeClr val="bg1"/>
                </a:solidFill>
                <a:latin typeface="+mn-ea"/>
              </a:rPr>
              <a:t>Batch size</a:t>
            </a:r>
          </a:p>
          <a:p>
            <a:pPr marL="285750" indent="-285750" algn="r">
              <a:lnSpc>
                <a:spcPct val="150000"/>
              </a:lnSpc>
              <a:buFont typeface="Wingdings" panose="05000000000000000000" pitchFamily="2" charset="2"/>
              <a:buChar char="§"/>
            </a:pPr>
            <a:r>
              <a:rPr lang="en-US" altLang="ko-KR" spc="-150" dirty="0">
                <a:solidFill>
                  <a:schemeClr val="bg1"/>
                </a:solidFill>
                <a:latin typeface="+mn-ea"/>
              </a:rPr>
              <a:t>Learning rate</a:t>
            </a:r>
          </a:p>
        </p:txBody>
      </p:sp>
    </p:spTree>
    <p:extLst>
      <p:ext uri="{BB962C8B-B14F-4D97-AF65-F5344CB8AC3E}">
        <p14:creationId xmlns:p14="http://schemas.microsoft.com/office/powerpoint/2010/main" val="3607627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F3C73ADE-5C99-7BF5-E836-A8289956BC68}"/>
              </a:ext>
            </a:extLst>
          </p:cNvPr>
          <p:cNvSpPr/>
          <p:nvPr/>
        </p:nvSpPr>
        <p:spPr>
          <a:xfrm>
            <a:off x="8251570" y="1793545"/>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ltLang="ko-KR" sz="1600" b="1" dirty="0">
                <a:solidFill>
                  <a:schemeClr val="tx1"/>
                </a:solidFill>
              </a:rPr>
              <a:t>Deeper Convolutional layer</a:t>
            </a:r>
          </a:p>
          <a:p>
            <a:pPr marL="285750" indent="-285750">
              <a:buFont typeface="Arial" panose="020B0604020202020204" pitchFamily="34" charset="0"/>
              <a:buChar char="•"/>
            </a:pPr>
            <a:r>
              <a:rPr lang="en-US" altLang="ko-KR" sz="1600" b="1" dirty="0">
                <a:solidFill>
                  <a:schemeClr val="tx1"/>
                </a:solidFill>
              </a:rPr>
              <a:t>Hyper parameter</a:t>
            </a:r>
          </a:p>
          <a:p>
            <a:pPr marL="285750" indent="-285750">
              <a:buFont typeface="Arial" panose="020B0604020202020204" pitchFamily="34" charset="0"/>
              <a:buChar char="•"/>
            </a:pPr>
            <a:r>
              <a:rPr lang="en-US" altLang="ko-KR" sz="1600" b="1" dirty="0">
                <a:solidFill>
                  <a:schemeClr val="tx1"/>
                </a:solidFill>
              </a:rPr>
              <a:t>Loss function</a:t>
            </a:r>
          </a:p>
          <a:p>
            <a:pPr marL="285750" indent="-285750">
              <a:buFont typeface="Arial" panose="020B0604020202020204" pitchFamily="34" charset="0"/>
              <a:buChar char="•"/>
            </a:pPr>
            <a:r>
              <a:rPr lang="en-US" altLang="ko-KR" sz="1600" b="1" dirty="0" err="1">
                <a:solidFill>
                  <a:schemeClr val="tx1"/>
                </a:solidFill>
              </a:rPr>
              <a:t>Opitimizer</a:t>
            </a:r>
            <a:endParaRPr lang="en-US" altLang="ko-KR" sz="1600" b="1" dirty="0">
              <a:solidFill>
                <a:schemeClr val="tx1"/>
              </a:solidFill>
            </a:endParaRPr>
          </a:p>
          <a:p>
            <a:pPr marL="285750" indent="-285750">
              <a:buFont typeface="Arial" panose="020B0604020202020204" pitchFamily="34" charset="0"/>
              <a:buChar char="•"/>
            </a:pPr>
            <a:endParaRPr lang="ko-KR" altLang="en-US" sz="1600" b="1" dirty="0">
              <a:solidFill>
                <a:schemeClr val="tx1"/>
              </a:solidFill>
            </a:endParaRPr>
          </a:p>
        </p:txBody>
      </p:sp>
      <p:sp>
        <p:nvSpPr>
          <p:cNvPr id="24" name="직사각형 23">
            <a:extLst>
              <a:ext uri="{FF2B5EF4-FFF2-40B4-BE49-F238E27FC236}">
                <a16:creationId xmlns:a16="http://schemas.microsoft.com/office/drawing/2014/main" id="{0E510C61-DA18-8550-D127-DF8FBA671372}"/>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5F54D868-7458-270F-D5A1-690FE89B1B20}"/>
              </a:ext>
            </a:extLst>
          </p:cNvPr>
          <p:cNvSpPr/>
          <p:nvPr/>
        </p:nvSpPr>
        <p:spPr>
          <a:xfrm>
            <a:off x="498765" y="1799188"/>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4327980" cy="523220"/>
          </a:xfrm>
          <a:prstGeom prst="rect">
            <a:avLst/>
          </a:prstGeom>
          <a:noFill/>
        </p:spPr>
        <p:txBody>
          <a:bodyPr wrap="none" rtlCol="0">
            <a:spAutoFit/>
          </a:bodyPr>
          <a:lstStyle/>
          <a:p>
            <a:r>
              <a:rPr lang="en-US" altLang="ko-KR" sz="2800" b="1" dirty="0">
                <a:solidFill>
                  <a:srgbClr val="00377A"/>
                </a:solidFill>
              </a:rPr>
              <a:t>Experiment-Basic Model</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Structure</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75167" y="1012324"/>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a:solidFill>
                    <a:srgbClr val="00377B"/>
                  </a:solidFill>
                </a:rPr>
                <a:t>Result</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Improvement</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F377403-1BCA-C4BE-ED91-8BE77B7486CB}"/>
              </a:ext>
            </a:extLst>
          </p:cNvPr>
          <p:cNvPicPr>
            <a:picLocks noChangeAspect="1"/>
          </p:cNvPicPr>
          <p:nvPr/>
        </p:nvPicPr>
        <p:blipFill>
          <a:blip r:embed="rId3"/>
          <a:stretch>
            <a:fillRect/>
          </a:stretch>
        </p:blipFill>
        <p:spPr>
          <a:xfrm>
            <a:off x="584927" y="3028489"/>
            <a:ext cx="3240000" cy="1967257"/>
          </a:xfrm>
          <a:prstGeom prst="rect">
            <a:avLst/>
          </a:prstGeom>
        </p:spPr>
      </p:pic>
      <p:pic>
        <p:nvPicPr>
          <p:cNvPr id="7" name="그림 6">
            <a:extLst>
              <a:ext uri="{FF2B5EF4-FFF2-40B4-BE49-F238E27FC236}">
                <a16:creationId xmlns:a16="http://schemas.microsoft.com/office/drawing/2014/main" id="{6C927532-DB70-039F-92D8-CF2442A6E9AD}"/>
              </a:ext>
            </a:extLst>
          </p:cNvPr>
          <p:cNvPicPr>
            <a:picLocks noChangeAspect="1"/>
          </p:cNvPicPr>
          <p:nvPr/>
        </p:nvPicPr>
        <p:blipFill>
          <a:blip r:embed="rId4"/>
          <a:stretch>
            <a:fillRect/>
          </a:stretch>
        </p:blipFill>
        <p:spPr>
          <a:xfrm>
            <a:off x="4463272" y="3028490"/>
            <a:ext cx="3240000" cy="1967256"/>
          </a:xfrm>
          <a:prstGeom prst="rect">
            <a:avLst/>
          </a:prstGeom>
        </p:spPr>
      </p:pic>
    </p:spTree>
    <p:extLst>
      <p:ext uri="{BB962C8B-B14F-4D97-AF65-F5344CB8AC3E}">
        <p14:creationId xmlns:p14="http://schemas.microsoft.com/office/powerpoint/2010/main" val="4022666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F3C73ADE-5C99-7BF5-E836-A8289956BC68}"/>
              </a:ext>
            </a:extLst>
          </p:cNvPr>
          <p:cNvSpPr/>
          <p:nvPr/>
        </p:nvSpPr>
        <p:spPr>
          <a:xfrm>
            <a:off x="8251570" y="1793545"/>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ltLang="ko-KR" sz="1600" b="1" dirty="0">
                <a:solidFill>
                  <a:schemeClr val="tx1"/>
                </a:solidFill>
              </a:rPr>
              <a:t>Limit of basic model</a:t>
            </a:r>
          </a:p>
          <a:p>
            <a:pPr marL="285750" indent="-285750">
              <a:buFont typeface="Arial" panose="020B0604020202020204" pitchFamily="34" charset="0"/>
              <a:buChar char="•"/>
            </a:pPr>
            <a:r>
              <a:rPr lang="en-US" altLang="ko-KR" sz="1600" b="1" dirty="0">
                <a:solidFill>
                  <a:schemeClr val="tx1"/>
                </a:solidFill>
              </a:rPr>
              <a:t>Use other CNN model</a:t>
            </a:r>
            <a:endParaRPr lang="ko-KR" altLang="en-US" sz="1600" b="1" dirty="0">
              <a:solidFill>
                <a:schemeClr val="tx1"/>
              </a:solidFill>
            </a:endParaRPr>
          </a:p>
        </p:txBody>
      </p:sp>
      <p:sp>
        <p:nvSpPr>
          <p:cNvPr id="24" name="직사각형 23">
            <a:extLst>
              <a:ext uri="{FF2B5EF4-FFF2-40B4-BE49-F238E27FC236}">
                <a16:creationId xmlns:a16="http://schemas.microsoft.com/office/drawing/2014/main" id="{0E510C61-DA18-8550-D127-DF8FBA671372}"/>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5F54D868-7458-270F-D5A1-690FE89B1B20}"/>
              </a:ext>
            </a:extLst>
          </p:cNvPr>
          <p:cNvSpPr/>
          <p:nvPr/>
        </p:nvSpPr>
        <p:spPr>
          <a:xfrm>
            <a:off x="498765" y="1839712"/>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6928179" cy="523220"/>
          </a:xfrm>
          <a:prstGeom prst="rect">
            <a:avLst/>
          </a:prstGeom>
          <a:noFill/>
        </p:spPr>
        <p:txBody>
          <a:bodyPr wrap="none" rtlCol="0">
            <a:spAutoFit/>
          </a:bodyPr>
          <a:lstStyle/>
          <a:p>
            <a:r>
              <a:rPr lang="en-US" altLang="ko-KR" sz="2800" b="1" dirty="0">
                <a:solidFill>
                  <a:srgbClr val="00377A"/>
                </a:solidFill>
              </a:rPr>
              <a:t>Experiment-Deeper layer + Batch norm</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Structure</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75167" y="1012324"/>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a:solidFill>
                    <a:srgbClr val="00377B"/>
                  </a:solidFill>
                </a:rPr>
                <a:t>Result</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Improvement</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3" name="그림 2">
            <a:extLst>
              <a:ext uri="{FF2B5EF4-FFF2-40B4-BE49-F238E27FC236}">
                <a16:creationId xmlns:a16="http://schemas.microsoft.com/office/drawing/2014/main" id="{CA8CA453-8713-B85D-74B4-A1B5FB2F2F9D}"/>
              </a:ext>
            </a:extLst>
          </p:cNvPr>
          <p:cNvPicPr>
            <a:picLocks noChangeAspect="1"/>
          </p:cNvPicPr>
          <p:nvPr/>
        </p:nvPicPr>
        <p:blipFill>
          <a:blip r:embed="rId3"/>
          <a:stretch>
            <a:fillRect/>
          </a:stretch>
        </p:blipFill>
        <p:spPr>
          <a:xfrm>
            <a:off x="572023" y="1965534"/>
            <a:ext cx="3257565" cy="4500000"/>
          </a:xfrm>
          <a:prstGeom prst="rect">
            <a:avLst/>
          </a:prstGeom>
        </p:spPr>
      </p:pic>
      <p:pic>
        <p:nvPicPr>
          <p:cNvPr id="4" name="그림 3">
            <a:extLst>
              <a:ext uri="{FF2B5EF4-FFF2-40B4-BE49-F238E27FC236}">
                <a16:creationId xmlns:a16="http://schemas.microsoft.com/office/drawing/2014/main" id="{66E79A3D-E6B2-A4BF-2002-8849065460DC}"/>
              </a:ext>
            </a:extLst>
          </p:cNvPr>
          <p:cNvPicPr>
            <a:picLocks noChangeAspect="1"/>
          </p:cNvPicPr>
          <p:nvPr/>
        </p:nvPicPr>
        <p:blipFill>
          <a:blip r:embed="rId4"/>
          <a:stretch>
            <a:fillRect/>
          </a:stretch>
        </p:blipFill>
        <p:spPr>
          <a:xfrm>
            <a:off x="4463272" y="1874199"/>
            <a:ext cx="3240000" cy="3279692"/>
          </a:xfrm>
          <a:prstGeom prst="rect">
            <a:avLst/>
          </a:prstGeom>
        </p:spPr>
      </p:pic>
      <p:pic>
        <p:nvPicPr>
          <p:cNvPr id="5" name="그림 4">
            <a:extLst>
              <a:ext uri="{FF2B5EF4-FFF2-40B4-BE49-F238E27FC236}">
                <a16:creationId xmlns:a16="http://schemas.microsoft.com/office/drawing/2014/main" id="{0D97323D-AEC9-5164-B206-DB8B3D32E4D3}"/>
              </a:ext>
            </a:extLst>
          </p:cNvPr>
          <p:cNvPicPr>
            <a:picLocks noChangeAspect="1"/>
          </p:cNvPicPr>
          <p:nvPr/>
        </p:nvPicPr>
        <p:blipFill>
          <a:blip r:embed="rId5"/>
          <a:stretch>
            <a:fillRect/>
          </a:stretch>
        </p:blipFill>
        <p:spPr>
          <a:xfrm>
            <a:off x="4456783" y="5290618"/>
            <a:ext cx="3240000" cy="949159"/>
          </a:xfrm>
          <a:prstGeom prst="rect">
            <a:avLst/>
          </a:prstGeom>
        </p:spPr>
      </p:pic>
    </p:spTree>
    <p:extLst>
      <p:ext uri="{BB962C8B-B14F-4D97-AF65-F5344CB8AC3E}">
        <p14:creationId xmlns:p14="http://schemas.microsoft.com/office/powerpoint/2010/main" val="245659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900F8D48-B08F-CFE3-28A1-76943FDCF737}"/>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CBAEFE94-7479-A847-FD21-B0722EAFDF2B}"/>
              </a:ext>
            </a:extLst>
          </p:cNvPr>
          <p:cNvSpPr/>
          <p:nvPr/>
        </p:nvSpPr>
        <p:spPr>
          <a:xfrm>
            <a:off x="498765" y="1799188"/>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F3C73ADE-5C99-7BF5-E836-A8289956BC68}"/>
              </a:ext>
            </a:extLst>
          </p:cNvPr>
          <p:cNvSpPr/>
          <p:nvPr/>
        </p:nvSpPr>
        <p:spPr>
          <a:xfrm>
            <a:off x="8224299" y="1793544"/>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3938194" cy="523220"/>
          </a:xfrm>
          <a:prstGeom prst="rect">
            <a:avLst/>
          </a:prstGeom>
          <a:noFill/>
        </p:spPr>
        <p:txBody>
          <a:bodyPr wrap="none" rtlCol="0">
            <a:spAutoFit/>
          </a:bodyPr>
          <a:lstStyle/>
          <a:p>
            <a:r>
              <a:rPr lang="en-US" altLang="ko-KR" sz="2800" b="1" dirty="0">
                <a:solidFill>
                  <a:srgbClr val="00377A"/>
                </a:solidFill>
              </a:rPr>
              <a:t>Experiment-ResNet18</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Code</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75167" y="1012324"/>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a:solidFill>
                    <a:srgbClr val="00377B"/>
                  </a:solidFill>
                </a:rPr>
                <a:t>Code</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Structure</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49" name="그림 48" descr="텍스트, 메뉴, 스크린샷, 모노크롬이(가) 표시된 사진&#10;&#10;자동 생성된 설명">
            <a:extLst>
              <a:ext uri="{FF2B5EF4-FFF2-40B4-BE49-F238E27FC236}">
                <a16:creationId xmlns:a16="http://schemas.microsoft.com/office/drawing/2014/main" id="{6FBE45CC-F4B5-D56E-3FCC-44297A83CD46}"/>
              </a:ext>
            </a:extLst>
          </p:cNvPr>
          <p:cNvPicPr>
            <a:picLocks noChangeAspect="1"/>
          </p:cNvPicPr>
          <p:nvPr/>
        </p:nvPicPr>
        <p:blipFill>
          <a:blip r:embed="rId3"/>
          <a:stretch>
            <a:fillRect/>
          </a:stretch>
        </p:blipFill>
        <p:spPr>
          <a:xfrm>
            <a:off x="8306573" y="1844201"/>
            <a:ext cx="3240000" cy="4123755"/>
          </a:xfrm>
          <a:prstGeom prst="rect">
            <a:avLst/>
          </a:prstGeom>
        </p:spPr>
      </p:pic>
      <p:pic>
        <p:nvPicPr>
          <p:cNvPr id="56" name="그림 55" descr="텍스트, 폰트, 스크린샷, 블랙이(가) 표시된 사진&#10;&#10;자동 생성된 설명">
            <a:extLst>
              <a:ext uri="{FF2B5EF4-FFF2-40B4-BE49-F238E27FC236}">
                <a16:creationId xmlns:a16="http://schemas.microsoft.com/office/drawing/2014/main" id="{DF508412-26DE-EAEF-6666-511E11EF4AB1}"/>
              </a:ext>
            </a:extLst>
          </p:cNvPr>
          <p:cNvPicPr>
            <a:picLocks noChangeAspect="1"/>
          </p:cNvPicPr>
          <p:nvPr/>
        </p:nvPicPr>
        <p:blipFill>
          <a:blip r:embed="rId4"/>
          <a:stretch>
            <a:fillRect/>
          </a:stretch>
        </p:blipFill>
        <p:spPr>
          <a:xfrm>
            <a:off x="8331900" y="6018613"/>
            <a:ext cx="3240000" cy="426792"/>
          </a:xfrm>
          <a:prstGeom prst="rect">
            <a:avLst/>
          </a:prstGeom>
        </p:spPr>
      </p:pic>
      <p:pic>
        <p:nvPicPr>
          <p:cNvPr id="4" name="그림 3">
            <a:extLst>
              <a:ext uri="{FF2B5EF4-FFF2-40B4-BE49-F238E27FC236}">
                <a16:creationId xmlns:a16="http://schemas.microsoft.com/office/drawing/2014/main" id="{FAE04559-C023-10BB-CE59-E0D3F1FD9EF1}"/>
              </a:ext>
            </a:extLst>
          </p:cNvPr>
          <p:cNvPicPr>
            <a:picLocks noChangeAspect="1"/>
          </p:cNvPicPr>
          <p:nvPr/>
        </p:nvPicPr>
        <p:blipFill>
          <a:blip r:embed="rId5"/>
          <a:stretch>
            <a:fillRect/>
          </a:stretch>
        </p:blipFill>
        <p:spPr>
          <a:xfrm>
            <a:off x="584927" y="1982728"/>
            <a:ext cx="3240000" cy="4373278"/>
          </a:xfrm>
          <a:prstGeom prst="rect">
            <a:avLst/>
          </a:prstGeom>
        </p:spPr>
      </p:pic>
      <p:pic>
        <p:nvPicPr>
          <p:cNvPr id="26" name="그림 25">
            <a:extLst>
              <a:ext uri="{FF2B5EF4-FFF2-40B4-BE49-F238E27FC236}">
                <a16:creationId xmlns:a16="http://schemas.microsoft.com/office/drawing/2014/main" id="{E069070E-7031-0E9E-7C98-01B80351A9EF}"/>
              </a:ext>
            </a:extLst>
          </p:cNvPr>
          <p:cNvPicPr>
            <a:picLocks noChangeAspect="1"/>
          </p:cNvPicPr>
          <p:nvPr/>
        </p:nvPicPr>
        <p:blipFill>
          <a:blip r:embed="rId6"/>
          <a:stretch>
            <a:fillRect/>
          </a:stretch>
        </p:blipFill>
        <p:spPr>
          <a:xfrm>
            <a:off x="4476000" y="1946941"/>
            <a:ext cx="3240000" cy="3558531"/>
          </a:xfrm>
          <a:prstGeom prst="rect">
            <a:avLst/>
          </a:prstGeom>
        </p:spPr>
      </p:pic>
      <p:pic>
        <p:nvPicPr>
          <p:cNvPr id="28" name="그림 27">
            <a:extLst>
              <a:ext uri="{FF2B5EF4-FFF2-40B4-BE49-F238E27FC236}">
                <a16:creationId xmlns:a16="http://schemas.microsoft.com/office/drawing/2014/main" id="{8AA1BE3D-C325-EAB0-801F-15A4024672B2}"/>
              </a:ext>
            </a:extLst>
          </p:cNvPr>
          <p:cNvPicPr>
            <a:picLocks noChangeAspect="1"/>
          </p:cNvPicPr>
          <p:nvPr/>
        </p:nvPicPr>
        <p:blipFill>
          <a:blip r:embed="rId7"/>
          <a:stretch>
            <a:fillRect/>
          </a:stretch>
        </p:blipFill>
        <p:spPr>
          <a:xfrm>
            <a:off x="4463272" y="5658867"/>
            <a:ext cx="3240000" cy="682401"/>
          </a:xfrm>
          <a:prstGeom prst="rect">
            <a:avLst/>
          </a:prstGeom>
        </p:spPr>
      </p:pic>
    </p:spTree>
    <p:extLst>
      <p:ext uri="{BB962C8B-B14F-4D97-AF65-F5344CB8AC3E}">
        <p14:creationId xmlns:p14="http://schemas.microsoft.com/office/powerpoint/2010/main" val="109897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F3C73ADE-5C99-7BF5-E836-A8289956BC68}"/>
              </a:ext>
            </a:extLst>
          </p:cNvPr>
          <p:cNvSpPr/>
          <p:nvPr/>
        </p:nvSpPr>
        <p:spPr>
          <a:xfrm>
            <a:off x="8251570" y="1793545"/>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ltLang="ko-KR" sz="1600" b="1" dirty="0">
                <a:solidFill>
                  <a:schemeClr val="tx1"/>
                </a:solidFill>
              </a:rPr>
              <a:t>Solving overfitting</a:t>
            </a:r>
          </a:p>
          <a:p>
            <a:pPr marL="285750" indent="-285750">
              <a:buFont typeface="Arial" panose="020B0604020202020204" pitchFamily="34" charset="0"/>
              <a:buChar char="•"/>
            </a:pPr>
            <a:r>
              <a:rPr lang="en-US" altLang="ko-KR" sz="1600" b="1" dirty="0">
                <a:solidFill>
                  <a:schemeClr val="tx1"/>
                </a:solidFill>
              </a:rPr>
              <a:t>Using </a:t>
            </a:r>
            <a:r>
              <a:rPr lang="en-US" altLang="ko-KR" sz="1600" b="1" dirty="0" err="1">
                <a:solidFill>
                  <a:schemeClr val="tx1"/>
                </a:solidFill>
              </a:rPr>
              <a:t>Validloader</a:t>
            </a:r>
            <a:endParaRPr lang="en-US" altLang="ko-KR" sz="1600" b="1" dirty="0">
              <a:solidFill>
                <a:schemeClr val="tx1"/>
              </a:solidFill>
            </a:endParaRPr>
          </a:p>
          <a:p>
            <a:pPr marL="285750" indent="-285750">
              <a:buFont typeface="Arial" panose="020B0604020202020204" pitchFamily="34" charset="0"/>
              <a:buChar char="•"/>
            </a:pPr>
            <a:r>
              <a:rPr lang="en-US" altLang="ko-KR" sz="1600" b="1" dirty="0">
                <a:solidFill>
                  <a:schemeClr val="tx1"/>
                </a:solidFill>
              </a:rPr>
              <a:t>Doing Valid test</a:t>
            </a:r>
            <a:endParaRPr lang="ko-KR" altLang="en-US" sz="1600" b="1" dirty="0">
              <a:solidFill>
                <a:schemeClr val="tx1"/>
              </a:solidFill>
            </a:endParaRPr>
          </a:p>
        </p:txBody>
      </p:sp>
      <p:sp>
        <p:nvSpPr>
          <p:cNvPr id="24" name="직사각형 23">
            <a:extLst>
              <a:ext uri="{FF2B5EF4-FFF2-40B4-BE49-F238E27FC236}">
                <a16:creationId xmlns:a16="http://schemas.microsoft.com/office/drawing/2014/main" id="{0E510C61-DA18-8550-D127-DF8FBA671372}"/>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5F54D868-7458-270F-D5A1-690FE89B1B20}"/>
              </a:ext>
            </a:extLst>
          </p:cNvPr>
          <p:cNvSpPr/>
          <p:nvPr/>
        </p:nvSpPr>
        <p:spPr>
          <a:xfrm>
            <a:off x="498765" y="1799188"/>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3875741" cy="523220"/>
          </a:xfrm>
          <a:prstGeom prst="rect">
            <a:avLst/>
          </a:prstGeom>
          <a:noFill/>
        </p:spPr>
        <p:txBody>
          <a:bodyPr wrap="none" rtlCol="0">
            <a:spAutoFit/>
          </a:bodyPr>
          <a:lstStyle/>
          <a:p>
            <a:r>
              <a:rPr lang="en-US" altLang="ko-KR" sz="2800" b="1" dirty="0">
                <a:solidFill>
                  <a:srgbClr val="00377A"/>
                </a:solidFill>
              </a:rPr>
              <a:t>Experiment-ResNet18</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Structure</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75167" y="1012324"/>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a:solidFill>
                    <a:srgbClr val="00377B"/>
                  </a:solidFill>
                </a:rPr>
                <a:t>Result</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Improvement</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3" name="그림 2" descr="텍스트, 스크린샷, 번호, 메뉴이(가) 표시된 사진&#10;&#10;자동 생성된 설명">
            <a:extLst>
              <a:ext uri="{FF2B5EF4-FFF2-40B4-BE49-F238E27FC236}">
                <a16:creationId xmlns:a16="http://schemas.microsoft.com/office/drawing/2014/main" id="{AA327301-C2DC-03C6-70DD-C2F6E21CA15A}"/>
              </a:ext>
            </a:extLst>
          </p:cNvPr>
          <p:cNvPicPr>
            <a:picLocks noChangeAspect="1"/>
          </p:cNvPicPr>
          <p:nvPr/>
        </p:nvPicPr>
        <p:blipFill>
          <a:blip r:embed="rId3"/>
          <a:stretch>
            <a:fillRect/>
          </a:stretch>
        </p:blipFill>
        <p:spPr>
          <a:xfrm>
            <a:off x="521870" y="1947901"/>
            <a:ext cx="3366114" cy="4500000"/>
          </a:xfrm>
          <a:prstGeom prst="rect">
            <a:avLst/>
          </a:prstGeom>
        </p:spPr>
      </p:pic>
      <p:pic>
        <p:nvPicPr>
          <p:cNvPr id="4" name="그림 3" descr="텍스트, 폰트, 스크린샷, 번호이(가) 표시된 사진&#10;&#10;자동 생성된 설명">
            <a:extLst>
              <a:ext uri="{FF2B5EF4-FFF2-40B4-BE49-F238E27FC236}">
                <a16:creationId xmlns:a16="http://schemas.microsoft.com/office/drawing/2014/main" id="{97FF390E-164A-187F-B0C0-168096507588}"/>
              </a:ext>
            </a:extLst>
          </p:cNvPr>
          <p:cNvPicPr>
            <a:picLocks noChangeAspect="1"/>
          </p:cNvPicPr>
          <p:nvPr/>
        </p:nvPicPr>
        <p:blipFill>
          <a:blip r:embed="rId4"/>
          <a:stretch>
            <a:fillRect/>
          </a:stretch>
        </p:blipFill>
        <p:spPr>
          <a:xfrm>
            <a:off x="4456783" y="1867433"/>
            <a:ext cx="3240000" cy="3636334"/>
          </a:xfrm>
          <a:prstGeom prst="rect">
            <a:avLst/>
          </a:prstGeom>
        </p:spPr>
      </p:pic>
      <p:pic>
        <p:nvPicPr>
          <p:cNvPr id="5" name="그림 4">
            <a:extLst>
              <a:ext uri="{FF2B5EF4-FFF2-40B4-BE49-F238E27FC236}">
                <a16:creationId xmlns:a16="http://schemas.microsoft.com/office/drawing/2014/main" id="{042CA923-0387-BF1F-1AB4-08F29CEE6C3C}"/>
              </a:ext>
            </a:extLst>
          </p:cNvPr>
          <p:cNvPicPr>
            <a:picLocks noChangeAspect="1"/>
          </p:cNvPicPr>
          <p:nvPr/>
        </p:nvPicPr>
        <p:blipFill>
          <a:blip r:embed="rId5"/>
          <a:stretch>
            <a:fillRect/>
          </a:stretch>
        </p:blipFill>
        <p:spPr>
          <a:xfrm>
            <a:off x="4456783" y="5575404"/>
            <a:ext cx="3240000" cy="806920"/>
          </a:xfrm>
          <a:prstGeom prst="rect">
            <a:avLst/>
          </a:prstGeom>
        </p:spPr>
      </p:pic>
    </p:spTree>
    <p:extLst>
      <p:ext uri="{BB962C8B-B14F-4D97-AF65-F5344CB8AC3E}">
        <p14:creationId xmlns:p14="http://schemas.microsoft.com/office/powerpoint/2010/main" val="3355848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3EA19F40-D10C-8E76-572D-054D99789B74}"/>
              </a:ext>
            </a:extLst>
          </p:cNvPr>
          <p:cNvSpPr/>
          <p:nvPr/>
        </p:nvSpPr>
        <p:spPr>
          <a:xfrm>
            <a:off x="8251570" y="1793545"/>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ko-KR" altLang="en-US" sz="1600" b="1" dirty="0">
              <a:solidFill>
                <a:schemeClr val="tx1"/>
              </a:solidFill>
            </a:endParaRPr>
          </a:p>
        </p:txBody>
      </p:sp>
      <p:sp>
        <p:nvSpPr>
          <p:cNvPr id="7" name="직사각형 6">
            <a:extLst>
              <a:ext uri="{FF2B5EF4-FFF2-40B4-BE49-F238E27FC236}">
                <a16:creationId xmlns:a16="http://schemas.microsoft.com/office/drawing/2014/main" id="{F6110A07-ADC4-8653-05F4-3E5ED49A3572}"/>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5E591203-DC53-5B24-6F6F-27D89C8AB5E6}"/>
              </a:ext>
            </a:extLst>
          </p:cNvPr>
          <p:cNvSpPr/>
          <p:nvPr/>
        </p:nvSpPr>
        <p:spPr>
          <a:xfrm>
            <a:off x="498765" y="1799188"/>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3386440" cy="523220"/>
          </a:xfrm>
          <a:prstGeom prst="rect">
            <a:avLst/>
          </a:prstGeom>
          <a:noFill/>
        </p:spPr>
        <p:txBody>
          <a:bodyPr wrap="none" rtlCol="0">
            <a:spAutoFit/>
          </a:bodyPr>
          <a:lstStyle/>
          <a:p>
            <a:r>
              <a:rPr lang="en-US" altLang="ko-KR" sz="2800" b="1" dirty="0" err="1">
                <a:solidFill>
                  <a:srgbClr val="00377A"/>
                </a:solidFill>
              </a:rPr>
              <a:t>ResNet</a:t>
            </a:r>
            <a:r>
              <a:rPr lang="en-US" altLang="ko-KR" sz="2800" b="1" dirty="0">
                <a:solidFill>
                  <a:srgbClr val="00377A"/>
                </a:solidFill>
              </a:rPr>
              <a:t>-Overfitting</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Image augmentation</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75167" y="1012324"/>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a:solidFill>
                    <a:srgbClr val="00377B"/>
                  </a:solidFill>
                </a:rPr>
                <a:t>Lr-Scheduler</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Hyperparameters</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3A63442-83C3-CBBF-E94F-4B1F2876F6AE}"/>
              </a:ext>
            </a:extLst>
          </p:cNvPr>
          <p:cNvPicPr>
            <a:picLocks noChangeAspect="1"/>
          </p:cNvPicPr>
          <p:nvPr/>
        </p:nvPicPr>
        <p:blipFill>
          <a:blip r:embed="rId3"/>
          <a:stretch>
            <a:fillRect/>
          </a:stretch>
        </p:blipFill>
        <p:spPr>
          <a:xfrm>
            <a:off x="575835" y="2179013"/>
            <a:ext cx="3240000" cy="4125323"/>
          </a:xfrm>
          <a:prstGeom prst="rect">
            <a:avLst/>
          </a:prstGeom>
        </p:spPr>
      </p:pic>
      <p:pic>
        <p:nvPicPr>
          <p:cNvPr id="15" name="그림 14">
            <a:extLst>
              <a:ext uri="{FF2B5EF4-FFF2-40B4-BE49-F238E27FC236}">
                <a16:creationId xmlns:a16="http://schemas.microsoft.com/office/drawing/2014/main" id="{04F1B944-693E-A5C6-11B4-0C4132FBE6B4}"/>
              </a:ext>
            </a:extLst>
          </p:cNvPr>
          <p:cNvPicPr>
            <a:picLocks noChangeAspect="1"/>
          </p:cNvPicPr>
          <p:nvPr/>
        </p:nvPicPr>
        <p:blipFill>
          <a:blip r:embed="rId4"/>
          <a:stretch>
            <a:fillRect/>
          </a:stretch>
        </p:blipFill>
        <p:spPr>
          <a:xfrm>
            <a:off x="4476000" y="2157330"/>
            <a:ext cx="3240000" cy="1837860"/>
          </a:xfrm>
          <a:prstGeom prst="rect">
            <a:avLst/>
          </a:prstGeom>
        </p:spPr>
      </p:pic>
      <p:pic>
        <p:nvPicPr>
          <p:cNvPr id="31" name="그림 30">
            <a:extLst>
              <a:ext uri="{FF2B5EF4-FFF2-40B4-BE49-F238E27FC236}">
                <a16:creationId xmlns:a16="http://schemas.microsoft.com/office/drawing/2014/main" id="{9FA57007-6487-3E38-C364-7B68B2A38471}"/>
              </a:ext>
            </a:extLst>
          </p:cNvPr>
          <p:cNvPicPr>
            <a:picLocks noChangeAspect="1"/>
          </p:cNvPicPr>
          <p:nvPr/>
        </p:nvPicPr>
        <p:blipFill>
          <a:blip r:embed="rId5"/>
          <a:stretch>
            <a:fillRect/>
          </a:stretch>
        </p:blipFill>
        <p:spPr>
          <a:xfrm>
            <a:off x="8331900" y="4638907"/>
            <a:ext cx="3240000" cy="1585817"/>
          </a:xfrm>
          <a:prstGeom prst="rect">
            <a:avLst/>
          </a:prstGeom>
        </p:spPr>
      </p:pic>
      <p:pic>
        <p:nvPicPr>
          <p:cNvPr id="33" name="그림 32">
            <a:extLst>
              <a:ext uri="{FF2B5EF4-FFF2-40B4-BE49-F238E27FC236}">
                <a16:creationId xmlns:a16="http://schemas.microsoft.com/office/drawing/2014/main" id="{E5ABA685-687D-0FCD-BF22-3BA5D0E7F080}"/>
              </a:ext>
            </a:extLst>
          </p:cNvPr>
          <p:cNvPicPr>
            <a:picLocks noChangeAspect="1"/>
          </p:cNvPicPr>
          <p:nvPr/>
        </p:nvPicPr>
        <p:blipFill rotWithShape="1">
          <a:blip r:embed="rId6"/>
          <a:srcRect l="3178" t="3881" r="3551" b="9460"/>
          <a:stretch/>
        </p:blipFill>
        <p:spPr>
          <a:xfrm>
            <a:off x="8440909" y="2100574"/>
            <a:ext cx="3021981" cy="2353398"/>
          </a:xfrm>
          <a:prstGeom prst="rect">
            <a:avLst/>
          </a:prstGeom>
          <a:ln>
            <a:noFill/>
          </a:ln>
        </p:spPr>
      </p:pic>
      <p:pic>
        <p:nvPicPr>
          <p:cNvPr id="35" name="그림 34">
            <a:extLst>
              <a:ext uri="{FF2B5EF4-FFF2-40B4-BE49-F238E27FC236}">
                <a16:creationId xmlns:a16="http://schemas.microsoft.com/office/drawing/2014/main" id="{DE052258-EF37-3919-0D5B-27626AAFCA3B}"/>
              </a:ext>
            </a:extLst>
          </p:cNvPr>
          <p:cNvPicPr>
            <a:picLocks noChangeAspect="1"/>
          </p:cNvPicPr>
          <p:nvPr/>
        </p:nvPicPr>
        <p:blipFill>
          <a:blip r:embed="rId7"/>
          <a:stretch>
            <a:fillRect/>
          </a:stretch>
        </p:blipFill>
        <p:spPr>
          <a:xfrm>
            <a:off x="4456783" y="4126952"/>
            <a:ext cx="3240000" cy="2097772"/>
          </a:xfrm>
          <a:prstGeom prst="rect">
            <a:avLst/>
          </a:prstGeom>
        </p:spPr>
      </p:pic>
    </p:spTree>
    <p:extLst>
      <p:ext uri="{BB962C8B-B14F-4D97-AF65-F5344CB8AC3E}">
        <p14:creationId xmlns:p14="http://schemas.microsoft.com/office/powerpoint/2010/main" val="4246914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29F3BBBC-6EF4-B8AA-C808-CBACF93A84D8}"/>
              </a:ext>
            </a:extLst>
          </p:cNvPr>
          <p:cNvSpPr/>
          <p:nvPr/>
        </p:nvSpPr>
        <p:spPr>
          <a:xfrm>
            <a:off x="498765" y="1799188"/>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F3C73ADE-5C99-7BF5-E836-A8289956BC68}"/>
              </a:ext>
            </a:extLst>
          </p:cNvPr>
          <p:cNvSpPr/>
          <p:nvPr/>
        </p:nvSpPr>
        <p:spPr>
          <a:xfrm>
            <a:off x="8242477" y="1793544"/>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0E510C61-DA18-8550-D127-DF8FBA671372}"/>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5025991" cy="523220"/>
          </a:xfrm>
          <a:prstGeom prst="rect">
            <a:avLst/>
          </a:prstGeom>
          <a:noFill/>
        </p:spPr>
        <p:txBody>
          <a:bodyPr wrap="none" rtlCol="0">
            <a:spAutoFit/>
          </a:bodyPr>
          <a:lstStyle/>
          <a:p>
            <a:r>
              <a:rPr lang="en-US" altLang="ko-KR" sz="2800" b="1" dirty="0" err="1">
                <a:solidFill>
                  <a:srgbClr val="00377A"/>
                </a:solidFill>
              </a:rPr>
              <a:t>ResNet-Validloader</a:t>
            </a:r>
            <a:r>
              <a:rPr lang="en-US" altLang="ko-KR" sz="2800" b="1" dirty="0">
                <a:solidFill>
                  <a:srgbClr val="00377A"/>
                </a:solidFill>
              </a:rPr>
              <a:t> &amp; Graph</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Structure</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75167" y="1012324"/>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a:solidFill>
                    <a:srgbClr val="00377B"/>
                  </a:solidFill>
                </a:rPr>
                <a:t>Result</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Improvement</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D526A2A-081E-5FB8-E395-085ECED0E8E3}"/>
              </a:ext>
            </a:extLst>
          </p:cNvPr>
          <p:cNvPicPr>
            <a:picLocks noChangeAspect="1"/>
          </p:cNvPicPr>
          <p:nvPr/>
        </p:nvPicPr>
        <p:blipFill>
          <a:blip r:embed="rId3"/>
          <a:stretch>
            <a:fillRect/>
          </a:stretch>
        </p:blipFill>
        <p:spPr>
          <a:xfrm>
            <a:off x="584927" y="1909047"/>
            <a:ext cx="3240000" cy="1960833"/>
          </a:xfrm>
          <a:prstGeom prst="rect">
            <a:avLst/>
          </a:prstGeom>
        </p:spPr>
      </p:pic>
      <p:pic>
        <p:nvPicPr>
          <p:cNvPr id="7" name="그림 6">
            <a:extLst>
              <a:ext uri="{FF2B5EF4-FFF2-40B4-BE49-F238E27FC236}">
                <a16:creationId xmlns:a16="http://schemas.microsoft.com/office/drawing/2014/main" id="{0BCA533D-F048-783E-6B07-E762258F06E0}"/>
              </a:ext>
            </a:extLst>
          </p:cNvPr>
          <p:cNvPicPr>
            <a:picLocks noChangeAspect="1"/>
          </p:cNvPicPr>
          <p:nvPr/>
        </p:nvPicPr>
        <p:blipFill>
          <a:blip r:embed="rId4"/>
          <a:stretch>
            <a:fillRect/>
          </a:stretch>
        </p:blipFill>
        <p:spPr>
          <a:xfrm>
            <a:off x="584927" y="3975208"/>
            <a:ext cx="3240000" cy="1266244"/>
          </a:xfrm>
          <a:prstGeom prst="rect">
            <a:avLst/>
          </a:prstGeom>
        </p:spPr>
      </p:pic>
      <p:pic>
        <p:nvPicPr>
          <p:cNvPr id="26" name="그림 25">
            <a:extLst>
              <a:ext uri="{FF2B5EF4-FFF2-40B4-BE49-F238E27FC236}">
                <a16:creationId xmlns:a16="http://schemas.microsoft.com/office/drawing/2014/main" id="{25878ED4-3C10-5208-051E-865BBB52776C}"/>
              </a:ext>
            </a:extLst>
          </p:cNvPr>
          <p:cNvPicPr>
            <a:picLocks noChangeAspect="1"/>
          </p:cNvPicPr>
          <p:nvPr/>
        </p:nvPicPr>
        <p:blipFill>
          <a:blip r:embed="rId5"/>
          <a:stretch>
            <a:fillRect/>
          </a:stretch>
        </p:blipFill>
        <p:spPr>
          <a:xfrm>
            <a:off x="584927" y="5350454"/>
            <a:ext cx="3240000" cy="1059207"/>
          </a:xfrm>
          <a:prstGeom prst="rect">
            <a:avLst/>
          </a:prstGeom>
        </p:spPr>
      </p:pic>
      <p:pic>
        <p:nvPicPr>
          <p:cNvPr id="35" name="그림 34">
            <a:extLst>
              <a:ext uri="{FF2B5EF4-FFF2-40B4-BE49-F238E27FC236}">
                <a16:creationId xmlns:a16="http://schemas.microsoft.com/office/drawing/2014/main" id="{FC313424-406C-3292-2194-996A81D580F8}"/>
              </a:ext>
            </a:extLst>
          </p:cNvPr>
          <p:cNvPicPr>
            <a:picLocks noChangeAspect="1"/>
          </p:cNvPicPr>
          <p:nvPr/>
        </p:nvPicPr>
        <p:blipFill>
          <a:blip r:embed="rId6"/>
          <a:stretch>
            <a:fillRect/>
          </a:stretch>
        </p:blipFill>
        <p:spPr>
          <a:xfrm>
            <a:off x="4440470" y="4212186"/>
            <a:ext cx="3240000" cy="2276536"/>
          </a:xfrm>
          <a:prstGeom prst="rect">
            <a:avLst/>
          </a:prstGeom>
          <a:ln>
            <a:noFill/>
          </a:ln>
        </p:spPr>
      </p:pic>
      <p:pic>
        <p:nvPicPr>
          <p:cNvPr id="37" name="그림 36">
            <a:extLst>
              <a:ext uri="{FF2B5EF4-FFF2-40B4-BE49-F238E27FC236}">
                <a16:creationId xmlns:a16="http://schemas.microsoft.com/office/drawing/2014/main" id="{CECFD5A2-E42E-E7FD-4A9A-FCE02F4AAA30}"/>
              </a:ext>
            </a:extLst>
          </p:cNvPr>
          <p:cNvPicPr>
            <a:picLocks noChangeAspect="1"/>
          </p:cNvPicPr>
          <p:nvPr/>
        </p:nvPicPr>
        <p:blipFill>
          <a:blip r:embed="rId7"/>
          <a:stretch>
            <a:fillRect/>
          </a:stretch>
        </p:blipFill>
        <p:spPr>
          <a:xfrm>
            <a:off x="4444187" y="1832536"/>
            <a:ext cx="3240000" cy="2310728"/>
          </a:xfrm>
          <a:prstGeom prst="rect">
            <a:avLst/>
          </a:prstGeom>
        </p:spPr>
      </p:pic>
      <p:pic>
        <p:nvPicPr>
          <p:cNvPr id="49" name="그림 48">
            <a:extLst>
              <a:ext uri="{FF2B5EF4-FFF2-40B4-BE49-F238E27FC236}">
                <a16:creationId xmlns:a16="http://schemas.microsoft.com/office/drawing/2014/main" id="{6E00FC00-684A-82C2-4C01-E8FF138C6656}"/>
              </a:ext>
            </a:extLst>
          </p:cNvPr>
          <p:cNvPicPr>
            <a:picLocks noChangeAspect="1"/>
          </p:cNvPicPr>
          <p:nvPr/>
        </p:nvPicPr>
        <p:blipFill>
          <a:blip r:embed="rId8"/>
          <a:stretch>
            <a:fillRect/>
          </a:stretch>
        </p:blipFill>
        <p:spPr>
          <a:xfrm>
            <a:off x="8324751" y="1925892"/>
            <a:ext cx="3240000" cy="4486949"/>
          </a:xfrm>
          <a:prstGeom prst="rect">
            <a:avLst/>
          </a:prstGeom>
        </p:spPr>
      </p:pic>
    </p:spTree>
    <p:extLst>
      <p:ext uri="{BB962C8B-B14F-4D97-AF65-F5344CB8AC3E}">
        <p14:creationId xmlns:p14="http://schemas.microsoft.com/office/powerpoint/2010/main" val="3217989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E0E2315C-D067-6D86-72C4-8E7C66C793DB}"/>
              </a:ext>
            </a:extLst>
          </p:cNvPr>
          <p:cNvSpPr/>
          <p:nvPr/>
        </p:nvSpPr>
        <p:spPr>
          <a:xfrm>
            <a:off x="8242477" y="1793544"/>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1C518CC2-F1C8-AA9E-01A5-EC6419D32EDB}"/>
              </a:ext>
            </a:extLst>
          </p:cNvPr>
          <p:cNvSpPr/>
          <p:nvPr/>
        </p:nvSpPr>
        <p:spPr>
          <a:xfrm>
            <a:off x="498765" y="1799188"/>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0E510C61-DA18-8550-D127-DF8FBA671372}"/>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5083828" cy="523220"/>
          </a:xfrm>
          <a:prstGeom prst="rect">
            <a:avLst/>
          </a:prstGeom>
          <a:noFill/>
        </p:spPr>
        <p:txBody>
          <a:bodyPr wrap="none" rtlCol="0">
            <a:spAutoFit/>
          </a:bodyPr>
          <a:lstStyle/>
          <a:p>
            <a:r>
              <a:rPr lang="en-US" altLang="ko-KR" sz="2800" b="1" dirty="0" err="1">
                <a:solidFill>
                  <a:srgbClr val="00377A"/>
                </a:solidFill>
              </a:rPr>
              <a:t>ResNet</a:t>
            </a:r>
            <a:r>
              <a:rPr lang="en-US" altLang="ko-KR" sz="2800" b="1" dirty="0">
                <a:solidFill>
                  <a:srgbClr val="00377A"/>
                </a:solidFill>
              </a:rPr>
              <a:t>-Valid Test &amp; Training</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Structure</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75167" y="1012324"/>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a:solidFill>
                    <a:srgbClr val="00377B"/>
                  </a:solidFill>
                </a:rPr>
                <a:t>Result</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Improvement</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4B9958C-4B90-5200-5BCE-B2E741160C66}"/>
              </a:ext>
            </a:extLst>
          </p:cNvPr>
          <p:cNvPicPr>
            <a:picLocks noChangeAspect="1"/>
          </p:cNvPicPr>
          <p:nvPr/>
        </p:nvPicPr>
        <p:blipFill>
          <a:blip r:embed="rId3"/>
          <a:stretch>
            <a:fillRect/>
          </a:stretch>
        </p:blipFill>
        <p:spPr>
          <a:xfrm>
            <a:off x="555033" y="1885713"/>
            <a:ext cx="3240000" cy="4546578"/>
          </a:xfrm>
          <a:prstGeom prst="rect">
            <a:avLst/>
          </a:prstGeom>
        </p:spPr>
      </p:pic>
      <p:pic>
        <p:nvPicPr>
          <p:cNvPr id="11" name="그림 10" descr="텍스트, 스크린샷, 그래프, 라인이(가) 표시된 사진&#10;&#10;자동 생성된 설명">
            <a:extLst>
              <a:ext uri="{FF2B5EF4-FFF2-40B4-BE49-F238E27FC236}">
                <a16:creationId xmlns:a16="http://schemas.microsoft.com/office/drawing/2014/main" id="{BA5606D1-7E50-B0F8-C631-6CEAEAEB4325}"/>
              </a:ext>
            </a:extLst>
          </p:cNvPr>
          <p:cNvPicPr>
            <a:picLocks noChangeAspect="1"/>
          </p:cNvPicPr>
          <p:nvPr/>
        </p:nvPicPr>
        <p:blipFill>
          <a:blip r:embed="rId4"/>
          <a:stretch>
            <a:fillRect/>
          </a:stretch>
        </p:blipFill>
        <p:spPr>
          <a:xfrm>
            <a:off x="4463272" y="1937911"/>
            <a:ext cx="3240000" cy="2060029"/>
          </a:xfrm>
          <a:prstGeom prst="rect">
            <a:avLst/>
          </a:prstGeom>
        </p:spPr>
      </p:pic>
      <p:pic>
        <p:nvPicPr>
          <p:cNvPr id="15" name="그림 14" descr="텍스트, 그래프, 라인, 스크린샷이(가) 표시된 사진&#10;&#10;자동 생성된 설명">
            <a:extLst>
              <a:ext uri="{FF2B5EF4-FFF2-40B4-BE49-F238E27FC236}">
                <a16:creationId xmlns:a16="http://schemas.microsoft.com/office/drawing/2014/main" id="{F48B3D33-9C5D-EFFB-4536-09E8F14490A6}"/>
              </a:ext>
            </a:extLst>
          </p:cNvPr>
          <p:cNvPicPr>
            <a:picLocks noChangeAspect="1"/>
          </p:cNvPicPr>
          <p:nvPr/>
        </p:nvPicPr>
        <p:blipFill>
          <a:blip r:embed="rId5"/>
          <a:stretch>
            <a:fillRect/>
          </a:stretch>
        </p:blipFill>
        <p:spPr>
          <a:xfrm>
            <a:off x="4433366" y="4099674"/>
            <a:ext cx="3240000" cy="2384296"/>
          </a:xfrm>
          <a:prstGeom prst="rect">
            <a:avLst/>
          </a:prstGeom>
        </p:spPr>
      </p:pic>
      <p:pic>
        <p:nvPicPr>
          <p:cNvPr id="29" name="그림 28">
            <a:extLst>
              <a:ext uri="{FF2B5EF4-FFF2-40B4-BE49-F238E27FC236}">
                <a16:creationId xmlns:a16="http://schemas.microsoft.com/office/drawing/2014/main" id="{ED1506E1-EE7F-9922-8A05-FC8F8942FE5F}"/>
              </a:ext>
            </a:extLst>
          </p:cNvPr>
          <p:cNvPicPr>
            <a:picLocks noChangeAspect="1"/>
          </p:cNvPicPr>
          <p:nvPr/>
        </p:nvPicPr>
        <p:blipFill>
          <a:blip r:embed="rId6"/>
          <a:stretch>
            <a:fillRect/>
          </a:stretch>
        </p:blipFill>
        <p:spPr>
          <a:xfrm>
            <a:off x="8329956" y="1880222"/>
            <a:ext cx="3240000" cy="4552069"/>
          </a:xfrm>
          <a:prstGeom prst="rect">
            <a:avLst/>
          </a:prstGeom>
        </p:spPr>
      </p:pic>
    </p:spTree>
    <p:extLst>
      <p:ext uri="{BB962C8B-B14F-4D97-AF65-F5344CB8AC3E}">
        <p14:creationId xmlns:p14="http://schemas.microsoft.com/office/powerpoint/2010/main" val="675808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1155D09C-A8B8-DF61-FEF8-C9479797B335}"/>
              </a:ext>
            </a:extLst>
          </p:cNvPr>
          <p:cNvSpPr/>
          <p:nvPr/>
        </p:nvSpPr>
        <p:spPr>
          <a:xfrm>
            <a:off x="498765" y="1799188"/>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F3C73ADE-5C99-7BF5-E836-A8289956BC68}"/>
              </a:ext>
            </a:extLst>
          </p:cNvPr>
          <p:cNvSpPr/>
          <p:nvPr/>
        </p:nvSpPr>
        <p:spPr>
          <a:xfrm>
            <a:off x="8251570" y="1793545"/>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0E510C61-DA18-8550-D127-DF8FBA671372}"/>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2468946" cy="523220"/>
          </a:xfrm>
          <a:prstGeom prst="rect">
            <a:avLst/>
          </a:prstGeom>
          <a:noFill/>
        </p:spPr>
        <p:txBody>
          <a:bodyPr wrap="none" rtlCol="0">
            <a:spAutoFit/>
          </a:bodyPr>
          <a:lstStyle/>
          <a:p>
            <a:r>
              <a:rPr lang="en-US" altLang="ko-KR" sz="2800" b="1" dirty="0">
                <a:solidFill>
                  <a:srgbClr val="00377A"/>
                </a:solidFill>
              </a:rPr>
              <a:t>Loss function</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Structure</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91781" y="1001907"/>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err="1">
                  <a:solidFill>
                    <a:srgbClr val="00377B"/>
                  </a:solidFill>
                </a:rPr>
                <a:t>Mixup</a:t>
              </a:r>
              <a:r>
                <a:rPr lang="en-US" altLang="ko-KR" b="1" dirty="0">
                  <a:solidFill>
                    <a:srgbClr val="00377B"/>
                  </a:solidFill>
                </a:rPr>
                <a:t> Training </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Label Smoothing</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E9942243-CF49-880E-B8BE-04B47B3CF48C}"/>
              </a:ext>
            </a:extLst>
          </p:cNvPr>
          <p:cNvPicPr>
            <a:picLocks noChangeAspect="1"/>
          </p:cNvPicPr>
          <p:nvPr/>
        </p:nvPicPr>
        <p:blipFill>
          <a:blip r:embed="rId3"/>
          <a:stretch>
            <a:fillRect/>
          </a:stretch>
        </p:blipFill>
        <p:spPr>
          <a:xfrm>
            <a:off x="584927" y="1896172"/>
            <a:ext cx="3240000" cy="3168660"/>
          </a:xfrm>
          <a:prstGeom prst="rect">
            <a:avLst/>
          </a:prstGeom>
        </p:spPr>
      </p:pic>
      <p:pic>
        <p:nvPicPr>
          <p:cNvPr id="27" name="그림 26">
            <a:extLst>
              <a:ext uri="{FF2B5EF4-FFF2-40B4-BE49-F238E27FC236}">
                <a16:creationId xmlns:a16="http://schemas.microsoft.com/office/drawing/2014/main" id="{BFBADB23-6EE5-3FA3-551E-8785A3156F6D}"/>
              </a:ext>
            </a:extLst>
          </p:cNvPr>
          <p:cNvPicPr>
            <a:picLocks noChangeAspect="1"/>
          </p:cNvPicPr>
          <p:nvPr/>
        </p:nvPicPr>
        <p:blipFill>
          <a:blip r:embed="rId4"/>
          <a:stretch>
            <a:fillRect/>
          </a:stretch>
        </p:blipFill>
        <p:spPr>
          <a:xfrm>
            <a:off x="535882" y="5095794"/>
            <a:ext cx="3240000" cy="712216"/>
          </a:xfrm>
          <a:prstGeom prst="rect">
            <a:avLst/>
          </a:prstGeom>
        </p:spPr>
      </p:pic>
      <p:pic>
        <p:nvPicPr>
          <p:cNvPr id="29" name="그림 28">
            <a:extLst>
              <a:ext uri="{FF2B5EF4-FFF2-40B4-BE49-F238E27FC236}">
                <a16:creationId xmlns:a16="http://schemas.microsoft.com/office/drawing/2014/main" id="{0EBB9AE7-8A02-A84A-C25E-944E560B4F65}"/>
              </a:ext>
            </a:extLst>
          </p:cNvPr>
          <p:cNvPicPr>
            <a:picLocks noChangeAspect="1"/>
          </p:cNvPicPr>
          <p:nvPr/>
        </p:nvPicPr>
        <p:blipFill>
          <a:blip r:embed="rId5"/>
          <a:stretch>
            <a:fillRect/>
          </a:stretch>
        </p:blipFill>
        <p:spPr>
          <a:xfrm>
            <a:off x="535882" y="5917032"/>
            <a:ext cx="3240000" cy="492630"/>
          </a:xfrm>
          <a:prstGeom prst="rect">
            <a:avLst/>
          </a:prstGeom>
        </p:spPr>
      </p:pic>
      <p:pic>
        <p:nvPicPr>
          <p:cNvPr id="31" name="그림 30">
            <a:extLst>
              <a:ext uri="{FF2B5EF4-FFF2-40B4-BE49-F238E27FC236}">
                <a16:creationId xmlns:a16="http://schemas.microsoft.com/office/drawing/2014/main" id="{6CBA3BC4-481E-D6CB-5665-D709FB2004AD}"/>
              </a:ext>
            </a:extLst>
          </p:cNvPr>
          <p:cNvPicPr>
            <a:picLocks noChangeAspect="1"/>
          </p:cNvPicPr>
          <p:nvPr/>
        </p:nvPicPr>
        <p:blipFill>
          <a:blip r:embed="rId6"/>
          <a:stretch>
            <a:fillRect/>
          </a:stretch>
        </p:blipFill>
        <p:spPr>
          <a:xfrm>
            <a:off x="4463272" y="3679903"/>
            <a:ext cx="3240000" cy="2726812"/>
          </a:xfrm>
          <a:prstGeom prst="rect">
            <a:avLst/>
          </a:prstGeom>
        </p:spPr>
      </p:pic>
      <p:pic>
        <p:nvPicPr>
          <p:cNvPr id="35" name="그림 34">
            <a:extLst>
              <a:ext uri="{FF2B5EF4-FFF2-40B4-BE49-F238E27FC236}">
                <a16:creationId xmlns:a16="http://schemas.microsoft.com/office/drawing/2014/main" id="{6B10F888-9B8D-E479-B565-3E0D119F6E27}"/>
              </a:ext>
            </a:extLst>
          </p:cNvPr>
          <p:cNvPicPr>
            <a:picLocks noChangeAspect="1"/>
          </p:cNvPicPr>
          <p:nvPr/>
        </p:nvPicPr>
        <p:blipFill>
          <a:blip r:embed="rId7"/>
          <a:stretch>
            <a:fillRect/>
          </a:stretch>
        </p:blipFill>
        <p:spPr>
          <a:xfrm>
            <a:off x="4456783" y="1949188"/>
            <a:ext cx="3240000" cy="1333785"/>
          </a:xfrm>
          <a:prstGeom prst="rect">
            <a:avLst/>
          </a:prstGeom>
        </p:spPr>
      </p:pic>
      <p:pic>
        <p:nvPicPr>
          <p:cNvPr id="37" name="그림 36">
            <a:extLst>
              <a:ext uri="{FF2B5EF4-FFF2-40B4-BE49-F238E27FC236}">
                <a16:creationId xmlns:a16="http://schemas.microsoft.com/office/drawing/2014/main" id="{20BD10CC-401F-21BC-664B-3AF09916456E}"/>
              </a:ext>
            </a:extLst>
          </p:cNvPr>
          <p:cNvPicPr>
            <a:picLocks noChangeAspect="1"/>
          </p:cNvPicPr>
          <p:nvPr/>
        </p:nvPicPr>
        <p:blipFill>
          <a:blip r:embed="rId8"/>
          <a:stretch>
            <a:fillRect/>
          </a:stretch>
        </p:blipFill>
        <p:spPr>
          <a:xfrm>
            <a:off x="8331900" y="4936462"/>
            <a:ext cx="3240000" cy="1470253"/>
          </a:xfrm>
          <a:prstGeom prst="rect">
            <a:avLst/>
          </a:prstGeom>
        </p:spPr>
      </p:pic>
      <p:pic>
        <p:nvPicPr>
          <p:cNvPr id="41" name="그림 40">
            <a:extLst>
              <a:ext uri="{FF2B5EF4-FFF2-40B4-BE49-F238E27FC236}">
                <a16:creationId xmlns:a16="http://schemas.microsoft.com/office/drawing/2014/main" id="{505DBAC1-895A-42B7-60B5-0CB6F741ABC4}"/>
              </a:ext>
            </a:extLst>
          </p:cNvPr>
          <p:cNvPicPr>
            <a:picLocks noChangeAspect="1"/>
          </p:cNvPicPr>
          <p:nvPr/>
        </p:nvPicPr>
        <p:blipFill>
          <a:blip r:embed="rId9"/>
          <a:stretch>
            <a:fillRect/>
          </a:stretch>
        </p:blipFill>
        <p:spPr>
          <a:xfrm>
            <a:off x="8331900" y="1843724"/>
            <a:ext cx="3240000" cy="2715836"/>
          </a:xfrm>
          <a:prstGeom prst="rect">
            <a:avLst/>
          </a:prstGeom>
        </p:spPr>
      </p:pic>
    </p:spTree>
    <p:extLst>
      <p:ext uri="{BB962C8B-B14F-4D97-AF65-F5344CB8AC3E}">
        <p14:creationId xmlns:p14="http://schemas.microsoft.com/office/powerpoint/2010/main" val="926913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935EDB86-CF93-92BB-9EF0-09BC11035A5A}"/>
              </a:ext>
            </a:extLst>
          </p:cNvPr>
          <p:cNvSpPr/>
          <p:nvPr/>
        </p:nvSpPr>
        <p:spPr>
          <a:xfrm>
            <a:off x="498765" y="1799188"/>
            <a:ext cx="3412324"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F3C73ADE-5C99-7BF5-E836-A8289956BC68}"/>
              </a:ext>
            </a:extLst>
          </p:cNvPr>
          <p:cNvSpPr/>
          <p:nvPr/>
        </p:nvSpPr>
        <p:spPr>
          <a:xfrm>
            <a:off x="8251570" y="1793545"/>
            <a:ext cx="3404548" cy="4751646"/>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0E510C61-DA18-8550-D127-DF8FBA671372}"/>
              </a:ext>
            </a:extLst>
          </p:cNvPr>
          <p:cNvSpPr/>
          <p:nvPr/>
        </p:nvSpPr>
        <p:spPr>
          <a:xfrm>
            <a:off x="4375167" y="1793545"/>
            <a:ext cx="3403233" cy="4751645"/>
          </a:xfrm>
          <a:prstGeom prst="rect">
            <a:avLst/>
          </a:prstGeom>
          <a:solidFill>
            <a:schemeClr val="bg1"/>
          </a:solidFill>
          <a:ln>
            <a:solidFill>
              <a:srgbClr val="0037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7" name="직선 연결선 16">
            <a:extLst>
              <a:ext uri="{FF2B5EF4-FFF2-40B4-BE49-F238E27FC236}">
                <a16:creationId xmlns:a16="http://schemas.microsoft.com/office/drawing/2014/main" id="{F6133DDF-4889-792A-267A-826414C927AC}"/>
              </a:ext>
            </a:extLst>
          </p:cNvPr>
          <p:cNvCxnSpPr>
            <a:cxnSpLocks/>
          </p:cNvCxnSpPr>
          <p:nvPr/>
        </p:nvCxnSpPr>
        <p:spPr>
          <a:xfrm>
            <a:off x="267629" y="240258"/>
            <a:ext cx="1192437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0AEFE6-BAE3-9F4E-EBF3-0EAF402A7C78}"/>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tx2">
                    <a:lumMod val="75000"/>
                  </a:schemeClr>
                </a:solidFill>
              </a:rPr>
              <a:t>&gt;&gt;</a:t>
            </a:r>
            <a:endParaRPr lang="ko-KR" altLang="en-US" sz="3200" b="1" dirty="0">
              <a:solidFill>
                <a:schemeClr val="tx2">
                  <a:lumMod val="75000"/>
                </a:schemeClr>
              </a:solidFill>
            </a:endParaRPr>
          </a:p>
        </p:txBody>
      </p:sp>
      <p:sp>
        <p:nvSpPr>
          <p:cNvPr id="20" name="TextBox 19">
            <a:extLst>
              <a:ext uri="{FF2B5EF4-FFF2-40B4-BE49-F238E27FC236}">
                <a16:creationId xmlns:a16="http://schemas.microsoft.com/office/drawing/2014/main" id="{0248AE10-53E7-C36F-1031-640C8584ED67}"/>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tx2">
                    <a:lumMod val="50000"/>
                  </a:schemeClr>
                </a:solidFill>
              </a:rPr>
              <a:t>Part 3</a:t>
            </a:r>
            <a:endParaRPr lang="ko-KR" altLang="en-US" dirty="0">
              <a:solidFill>
                <a:schemeClr val="tx2">
                  <a:lumMod val="50000"/>
                </a:schemeClr>
              </a:solidFill>
            </a:endParaRPr>
          </a:p>
        </p:txBody>
      </p:sp>
      <p:sp>
        <p:nvSpPr>
          <p:cNvPr id="47" name="TextBox 46">
            <a:extLst>
              <a:ext uri="{FF2B5EF4-FFF2-40B4-BE49-F238E27FC236}">
                <a16:creationId xmlns:a16="http://schemas.microsoft.com/office/drawing/2014/main" id="{3B919959-97EC-7C25-5CFA-2BE4D3C135D9}"/>
              </a:ext>
            </a:extLst>
          </p:cNvPr>
          <p:cNvSpPr txBox="1"/>
          <p:nvPr/>
        </p:nvSpPr>
        <p:spPr>
          <a:xfrm>
            <a:off x="1779156" y="340617"/>
            <a:ext cx="3930628" cy="523220"/>
          </a:xfrm>
          <a:prstGeom prst="rect">
            <a:avLst/>
          </a:prstGeom>
          <a:noFill/>
        </p:spPr>
        <p:txBody>
          <a:bodyPr wrap="none" rtlCol="0">
            <a:spAutoFit/>
          </a:bodyPr>
          <a:lstStyle/>
          <a:p>
            <a:r>
              <a:rPr lang="en-US" altLang="ko-KR" sz="2800" b="1" dirty="0">
                <a:solidFill>
                  <a:srgbClr val="00377A"/>
                </a:solidFill>
              </a:rPr>
              <a:t>Final Result-Accuracy </a:t>
            </a:r>
            <a:endParaRPr lang="ko-KR" altLang="en-US" sz="2800" b="1" dirty="0">
              <a:solidFill>
                <a:srgbClr val="00377A"/>
              </a:solidFill>
            </a:endParaRPr>
          </a:p>
        </p:txBody>
      </p:sp>
      <p:grpSp>
        <p:nvGrpSpPr>
          <p:cNvPr id="2" name="그룹 1">
            <a:extLst>
              <a:ext uri="{FF2B5EF4-FFF2-40B4-BE49-F238E27FC236}">
                <a16:creationId xmlns:a16="http://schemas.microsoft.com/office/drawing/2014/main" id="{68DBFF74-24A0-389E-4D6B-565B8C94C9BB}"/>
              </a:ext>
            </a:extLst>
          </p:cNvPr>
          <p:cNvGrpSpPr/>
          <p:nvPr/>
        </p:nvGrpSpPr>
        <p:grpSpPr>
          <a:xfrm>
            <a:off x="498765" y="1014775"/>
            <a:ext cx="3412324" cy="720000"/>
            <a:chOff x="605155" y="1301101"/>
            <a:chExt cx="3240000" cy="720000"/>
          </a:xfrm>
        </p:grpSpPr>
        <p:sp>
          <p:nvSpPr>
            <p:cNvPr id="6" name="직사각형 5">
              <a:extLst>
                <a:ext uri="{FF2B5EF4-FFF2-40B4-BE49-F238E27FC236}">
                  <a16:creationId xmlns:a16="http://schemas.microsoft.com/office/drawing/2014/main" id="{4FF6F4E4-5B6B-A798-39A5-8ACACAA1693A}"/>
                </a:ext>
              </a:extLst>
            </p:cNvPr>
            <p:cNvSpPr/>
            <p:nvPr/>
          </p:nvSpPr>
          <p:spPr>
            <a:xfrm>
              <a:off x="605155" y="130110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DDCDE99F-455C-4C6F-1960-4B44BC355E87}"/>
                </a:ext>
              </a:extLst>
            </p:cNvPr>
            <p:cNvSpPr txBox="1"/>
            <p:nvPr/>
          </p:nvSpPr>
          <p:spPr>
            <a:xfrm>
              <a:off x="605155" y="1487910"/>
              <a:ext cx="3240000" cy="369332"/>
            </a:xfrm>
            <a:prstGeom prst="rect">
              <a:avLst/>
            </a:prstGeom>
            <a:noFill/>
          </p:spPr>
          <p:txBody>
            <a:bodyPr wrap="square" rtlCol="0">
              <a:spAutoFit/>
            </a:bodyPr>
            <a:lstStyle/>
            <a:p>
              <a:pPr algn="ctr"/>
              <a:r>
                <a:rPr lang="en-US" altLang="ko-KR" b="1" dirty="0">
                  <a:solidFill>
                    <a:srgbClr val="00377B"/>
                  </a:solidFill>
                </a:rPr>
                <a:t>Graph</a:t>
              </a:r>
              <a:endParaRPr lang="ko-KR" altLang="en-US" b="1" dirty="0">
                <a:solidFill>
                  <a:srgbClr val="00377B"/>
                </a:solidFill>
              </a:endParaRPr>
            </a:p>
          </p:txBody>
        </p:sp>
      </p:grpSp>
      <p:cxnSp>
        <p:nvCxnSpPr>
          <p:cNvPr id="21" name="직선 연결선 20">
            <a:extLst>
              <a:ext uri="{FF2B5EF4-FFF2-40B4-BE49-F238E27FC236}">
                <a16:creationId xmlns:a16="http://schemas.microsoft.com/office/drawing/2014/main" id="{66104066-EB0E-75E6-9CF5-8DA0081A7F42}"/>
              </a:ext>
            </a:extLst>
          </p:cNvPr>
          <p:cNvCxnSpPr/>
          <p:nvPr/>
        </p:nvCxnSpPr>
        <p:spPr>
          <a:xfrm>
            <a:off x="498765" y="1734775"/>
            <a:ext cx="3412324"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B279958-A80E-B2AF-B709-365E100D797D}"/>
              </a:ext>
            </a:extLst>
          </p:cNvPr>
          <p:cNvGrpSpPr/>
          <p:nvPr/>
        </p:nvGrpSpPr>
        <p:grpSpPr>
          <a:xfrm>
            <a:off x="4375167" y="1012324"/>
            <a:ext cx="3408437" cy="720000"/>
            <a:chOff x="4472305" y="1312576"/>
            <a:chExt cx="3240000" cy="720000"/>
          </a:xfrm>
        </p:grpSpPr>
        <p:sp>
          <p:nvSpPr>
            <p:cNvPr id="10" name="직사각형 9">
              <a:extLst>
                <a:ext uri="{FF2B5EF4-FFF2-40B4-BE49-F238E27FC236}">
                  <a16:creationId xmlns:a16="http://schemas.microsoft.com/office/drawing/2014/main" id="{704EAB1B-7392-6EE6-656C-C9DCEA087580}"/>
                </a:ext>
              </a:extLst>
            </p:cNvPr>
            <p:cNvSpPr/>
            <p:nvPr/>
          </p:nvSpPr>
          <p:spPr>
            <a:xfrm>
              <a:off x="4472305" y="1312576"/>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2" name="TextBox 11">
              <a:extLst>
                <a:ext uri="{FF2B5EF4-FFF2-40B4-BE49-F238E27FC236}">
                  <a16:creationId xmlns:a16="http://schemas.microsoft.com/office/drawing/2014/main" id="{B88A3E3F-9760-BD63-3445-5E2C84ED3A91}"/>
                </a:ext>
              </a:extLst>
            </p:cNvPr>
            <p:cNvSpPr txBox="1"/>
            <p:nvPr/>
          </p:nvSpPr>
          <p:spPr>
            <a:xfrm>
              <a:off x="4472305" y="1499385"/>
              <a:ext cx="3240000" cy="369332"/>
            </a:xfrm>
            <a:prstGeom prst="rect">
              <a:avLst/>
            </a:prstGeom>
            <a:noFill/>
          </p:spPr>
          <p:txBody>
            <a:bodyPr wrap="square" rtlCol="0">
              <a:spAutoFit/>
            </a:bodyPr>
            <a:lstStyle/>
            <a:p>
              <a:pPr algn="ctr"/>
              <a:r>
                <a:rPr lang="en-US" altLang="ko-KR" b="1" dirty="0">
                  <a:solidFill>
                    <a:srgbClr val="00377B"/>
                  </a:solidFill>
                </a:rPr>
                <a:t>Result</a:t>
              </a:r>
              <a:endParaRPr lang="ko-KR" altLang="en-US" b="1" dirty="0">
                <a:solidFill>
                  <a:srgbClr val="00377B"/>
                </a:solidFill>
              </a:endParaRPr>
            </a:p>
          </p:txBody>
        </p:sp>
      </p:grpSp>
      <p:cxnSp>
        <p:nvCxnSpPr>
          <p:cNvPr id="22" name="직선 연결선 21">
            <a:extLst>
              <a:ext uri="{FF2B5EF4-FFF2-40B4-BE49-F238E27FC236}">
                <a16:creationId xmlns:a16="http://schemas.microsoft.com/office/drawing/2014/main" id="{6934CD25-D6FE-3C25-F36B-33B9363C8BEA}"/>
              </a:ext>
            </a:extLst>
          </p:cNvPr>
          <p:cNvCxnSpPr/>
          <p:nvPr/>
        </p:nvCxnSpPr>
        <p:spPr>
          <a:xfrm>
            <a:off x="4379054" y="1721907"/>
            <a:ext cx="3408437"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1742DCE-26AA-4F69-7EA4-9E3DBED413A8}"/>
              </a:ext>
            </a:extLst>
          </p:cNvPr>
          <p:cNvGrpSpPr/>
          <p:nvPr/>
        </p:nvGrpSpPr>
        <p:grpSpPr>
          <a:xfrm>
            <a:off x="8247682" y="1008823"/>
            <a:ext cx="3408436" cy="713084"/>
            <a:chOff x="8339455" y="1324051"/>
            <a:chExt cx="3240000" cy="720000"/>
          </a:xfrm>
        </p:grpSpPr>
        <p:sp>
          <p:nvSpPr>
            <p:cNvPr id="14" name="직사각형 13">
              <a:extLst>
                <a:ext uri="{FF2B5EF4-FFF2-40B4-BE49-F238E27FC236}">
                  <a16:creationId xmlns:a16="http://schemas.microsoft.com/office/drawing/2014/main" id="{7CC68E73-10BD-C2C9-7B2C-AAFC6550CF6E}"/>
                </a:ext>
              </a:extLst>
            </p:cNvPr>
            <p:cNvSpPr/>
            <p:nvPr/>
          </p:nvSpPr>
          <p:spPr>
            <a:xfrm>
              <a:off x="8339455" y="1324051"/>
              <a:ext cx="324000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0377B"/>
                </a:solidFill>
              </a:endParaRPr>
            </a:p>
          </p:txBody>
        </p:sp>
        <p:sp>
          <p:nvSpPr>
            <p:cNvPr id="16" name="TextBox 15">
              <a:extLst>
                <a:ext uri="{FF2B5EF4-FFF2-40B4-BE49-F238E27FC236}">
                  <a16:creationId xmlns:a16="http://schemas.microsoft.com/office/drawing/2014/main" id="{0AF209CB-459A-F290-C3E6-717B56A5AB79}"/>
                </a:ext>
              </a:extLst>
            </p:cNvPr>
            <p:cNvSpPr txBox="1"/>
            <p:nvPr/>
          </p:nvSpPr>
          <p:spPr>
            <a:xfrm>
              <a:off x="8339455" y="1510860"/>
              <a:ext cx="3240000" cy="369332"/>
            </a:xfrm>
            <a:prstGeom prst="rect">
              <a:avLst/>
            </a:prstGeom>
            <a:noFill/>
          </p:spPr>
          <p:txBody>
            <a:bodyPr wrap="square" rtlCol="0">
              <a:spAutoFit/>
            </a:bodyPr>
            <a:lstStyle/>
            <a:p>
              <a:pPr algn="ctr"/>
              <a:r>
                <a:rPr lang="en-US" altLang="ko-KR" b="1" dirty="0">
                  <a:solidFill>
                    <a:srgbClr val="00377B"/>
                  </a:solidFill>
                </a:rPr>
                <a:t>Result</a:t>
              </a:r>
              <a:endParaRPr lang="ko-KR" altLang="en-US" b="1" dirty="0">
                <a:solidFill>
                  <a:srgbClr val="00377B"/>
                </a:solidFill>
              </a:endParaRPr>
            </a:p>
          </p:txBody>
        </p:sp>
      </p:grpSp>
      <p:cxnSp>
        <p:nvCxnSpPr>
          <p:cNvPr id="23" name="직선 연결선 22">
            <a:extLst>
              <a:ext uri="{FF2B5EF4-FFF2-40B4-BE49-F238E27FC236}">
                <a16:creationId xmlns:a16="http://schemas.microsoft.com/office/drawing/2014/main" id="{DEC9CF60-C347-554C-F9FE-14FBC2BC74E2}"/>
              </a:ext>
            </a:extLst>
          </p:cNvPr>
          <p:cNvCxnSpPr/>
          <p:nvPr/>
        </p:nvCxnSpPr>
        <p:spPr>
          <a:xfrm>
            <a:off x="8247682" y="1721907"/>
            <a:ext cx="3408436" cy="0"/>
          </a:xfrm>
          <a:prstGeom prst="line">
            <a:avLst/>
          </a:prstGeom>
          <a:ln w="28575">
            <a:solidFill>
              <a:srgbClr val="00377B"/>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27826C0-0F79-BC3B-BFD4-6458F43D0BF2}"/>
              </a:ext>
            </a:extLst>
          </p:cNvPr>
          <p:cNvPicPr>
            <a:picLocks noChangeAspect="1"/>
          </p:cNvPicPr>
          <p:nvPr/>
        </p:nvPicPr>
        <p:blipFill>
          <a:blip r:embed="rId3"/>
          <a:stretch>
            <a:fillRect/>
          </a:stretch>
        </p:blipFill>
        <p:spPr>
          <a:xfrm>
            <a:off x="4461329" y="4252121"/>
            <a:ext cx="3240000" cy="1838426"/>
          </a:xfrm>
          <a:prstGeom prst="rect">
            <a:avLst/>
          </a:prstGeom>
        </p:spPr>
      </p:pic>
      <p:pic>
        <p:nvPicPr>
          <p:cNvPr id="7" name="그림 6">
            <a:extLst>
              <a:ext uri="{FF2B5EF4-FFF2-40B4-BE49-F238E27FC236}">
                <a16:creationId xmlns:a16="http://schemas.microsoft.com/office/drawing/2014/main" id="{B6A20C5D-3627-B1F9-8485-AD969C12F1F7}"/>
              </a:ext>
            </a:extLst>
          </p:cNvPr>
          <p:cNvPicPr>
            <a:picLocks noChangeAspect="1"/>
          </p:cNvPicPr>
          <p:nvPr/>
        </p:nvPicPr>
        <p:blipFill>
          <a:blip r:embed="rId4"/>
          <a:stretch>
            <a:fillRect/>
          </a:stretch>
        </p:blipFill>
        <p:spPr>
          <a:xfrm>
            <a:off x="8358514" y="1906922"/>
            <a:ext cx="3240000" cy="4545168"/>
          </a:xfrm>
          <a:prstGeom prst="rect">
            <a:avLst/>
          </a:prstGeom>
        </p:spPr>
      </p:pic>
      <p:sp>
        <p:nvSpPr>
          <p:cNvPr id="26" name="TextBox 25">
            <a:extLst>
              <a:ext uri="{FF2B5EF4-FFF2-40B4-BE49-F238E27FC236}">
                <a16:creationId xmlns:a16="http://schemas.microsoft.com/office/drawing/2014/main" id="{8DF319E9-4B78-D232-1FCA-8FC6A7868AC3}"/>
              </a:ext>
            </a:extLst>
          </p:cNvPr>
          <p:cNvSpPr txBox="1"/>
          <p:nvPr/>
        </p:nvSpPr>
        <p:spPr>
          <a:xfrm>
            <a:off x="4603571" y="6121156"/>
            <a:ext cx="3252485" cy="323165"/>
          </a:xfrm>
          <a:prstGeom prst="rect">
            <a:avLst/>
          </a:prstGeom>
          <a:noFill/>
        </p:spPr>
        <p:txBody>
          <a:bodyPr wrap="square" rtlCol="0">
            <a:spAutoFit/>
          </a:bodyPr>
          <a:lstStyle/>
          <a:p>
            <a:r>
              <a:rPr lang="en-US" altLang="ko-KR" sz="1500" dirty="0"/>
              <a:t>&lt;Resnet network &amp; accuracy&gt;</a:t>
            </a:r>
            <a:endParaRPr lang="ko-KR" altLang="en-US" sz="1500" dirty="0"/>
          </a:p>
        </p:txBody>
      </p:sp>
      <p:pic>
        <p:nvPicPr>
          <p:cNvPr id="27" name="그림 26" descr="텍스트, 스크린샷, 그래프, 라인이(가) 표시된 사진&#10;&#10;자동 생성된 설명">
            <a:extLst>
              <a:ext uri="{FF2B5EF4-FFF2-40B4-BE49-F238E27FC236}">
                <a16:creationId xmlns:a16="http://schemas.microsoft.com/office/drawing/2014/main" id="{7E5CF213-2377-7CE3-623D-55AF8D630ED6}"/>
              </a:ext>
            </a:extLst>
          </p:cNvPr>
          <p:cNvPicPr>
            <a:picLocks noChangeAspect="1"/>
          </p:cNvPicPr>
          <p:nvPr/>
        </p:nvPicPr>
        <p:blipFill>
          <a:blip r:embed="rId5"/>
          <a:stretch>
            <a:fillRect/>
          </a:stretch>
        </p:blipFill>
        <p:spPr>
          <a:xfrm>
            <a:off x="584927" y="1857611"/>
            <a:ext cx="3240000" cy="2060029"/>
          </a:xfrm>
          <a:prstGeom prst="rect">
            <a:avLst/>
          </a:prstGeom>
        </p:spPr>
      </p:pic>
      <p:pic>
        <p:nvPicPr>
          <p:cNvPr id="28" name="그림 27" descr="텍스트, 그래프, 라인, 스크린샷이(가) 표시된 사진&#10;&#10;자동 생성된 설명">
            <a:extLst>
              <a:ext uri="{FF2B5EF4-FFF2-40B4-BE49-F238E27FC236}">
                <a16:creationId xmlns:a16="http://schemas.microsoft.com/office/drawing/2014/main" id="{FC1D55F6-A30D-C551-1171-A747B9EB2500}"/>
              </a:ext>
            </a:extLst>
          </p:cNvPr>
          <p:cNvPicPr>
            <a:picLocks noChangeAspect="1"/>
          </p:cNvPicPr>
          <p:nvPr/>
        </p:nvPicPr>
        <p:blipFill>
          <a:blip r:embed="rId6"/>
          <a:stretch>
            <a:fillRect/>
          </a:stretch>
        </p:blipFill>
        <p:spPr>
          <a:xfrm>
            <a:off x="593486" y="4066128"/>
            <a:ext cx="3240000" cy="2384296"/>
          </a:xfrm>
          <a:prstGeom prst="rect">
            <a:avLst/>
          </a:prstGeom>
        </p:spPr>
      </p:pic>
      <p:pic>
        <p:nvPicPr>
          <p:cNvPr id="32" name="그림 31">
            <a:extLst>
              <a:ext uri="{FF2B5EF4-FFF2-40B4-BE49-F238E27FC236}">
                <a16:creationId xmlns:a16="http://schemas.microsoft.com/office/drawing/2014/main" id="{99BD8DF3-6751-F9BC-86FE-48774F3A91EE}"/>
              </a:ext>
            </a:extLst>
          </p:cNvPr>
          <p:cNvPicPr>
            <a:picLocks noChangeAspect="1"/>
          </p:cNvPicPr>
          <p:nvPr/>
        </p:nvPicPr>
        <p:blipFill rotWithShape="1">
          <a:blip r:embed="rId7"/>
          <a:srcRect l="-397" t="63295" r="1051" b="373"/>
          <a:stretch/>
        </p:blipFill>
        <p:spPr>
          <a:xfrm>
            <a:off x="4452649" y="1919132"/>
            <a:ext cx="3240000" cy="2302379"/>
          </a:xfrm>
          <a:prstGeom prst="rect">
            <a:avLst/>
          </a:prstGeom>
        </p:spPr>
      </p:pic>
    </p:spTree>
    <p:extLst>
      <p:ext uri="{BB962C8B-B14F-4D97-AF65-F5344CB8AC3E}">
        <p14:creationId xmlns:p14="http://schemas.microsoft.com/office/powerpoint/2010/main" val="182052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A66AC"/>
        </a:solidFill>
        <a:effectLst/>
      </p:bgPr>
    </p:bg>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150ECBEF-B545-5E95-FF2A-EFD94F1BD9B2}"/>
              </a:ext>
            </a:extLst>
          </p:cNvPr>
          <p:cNvCxnSpPr>
            <a:cxnSpLocks/>
          </p:cNvCxnSpPr>
          <p:nvPr/>
        </p:nvCxnSpPr>
        <p:spPr>
          <a:xfrm>
            <a:off x="267629" y="240258"/>
            <a:ext cx="1192437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052DE6F-1C47-4412-F323-2F482A65B29B}"/>
              </a:ext>
            </a:extLst>
          </p:cNvPr>
          <p:cNvSpPr txBox="1"/>
          <p:nvPr/>
        </p:nvSpPr>
        <p:spPr>
          <a:xfrm>
            <a:off x="1059087" y="307164"/>
            <a:ext cx="774571" cy="584775"/>
          </a:xfrm>
          <a:prstGeom prst="rect">
            <a:avLst/>
          </a:prstGeom>
          <a:noFill/>
        </p:spPr>
        <p:txBody>
          <a:bodyPr wrap="none" rtlCol="0">
            <a:spAutoFit/>
          </a:bodyPr>
          <a:lstStyle/>
          <a:p>
            <a:r>
              <a:rPr lang="en-US" altLang="ko-KR" sz="3200" b="1" dirty="0">
                <a:solidFill>
                  <a:schemeClr val="bg1"/>
                </a:solidFill>
              </a:rPr>
              <a:t>&gt;&gt;</a:t>
            </a:r>
            <a:endParaRPr lang="ko-KR" altLang="en-US" sz="3200" b="1" dirty="0">
              <a:solidFill>
                <a:schemeClr val="bg1"/>
              </a:solidFill>
            </a:endParaRPr>
          </a:p>
        </p:txBody>
      </p:sp>
      <p:sp>
        <p:nvSpPr>
          <p:cNvPr id="4" name="TextBox 3">
            <a:extLst>
              <a:ext uri="{FF2B5EF4-FFF2-40B4-BE49-F238E27FC236}">
                <a16:creationId xmlns:a16="http://schemas.microsoft.com/office/drawing/2014/main" id="{F01A0C53-FCAB-8B28-6C00-CFE59A475929}"/>
              </a:ext>
            </a:extLst>
          </p:cNvPr>
          <p:cNvSpPr txBox="1"/>
          <p:nvPr/>
        </p:nvSpPr>
        <p:spPr>
          <a:xfrm>
            <a:off x="267629" y="448338"/>
            <a:ext cx="805862" cy="369332"/>
          </a:xfrm>
          <a:prstGeom prst="rect">
            <a:avLst/>
          </a:prstGeom>
          <a:noFill/>
        </p:spPr>
        <p:txBody>
          <a:bodyPr wrap="none" rtlCol="0">
            <a:spAutoFit/>
          </a:bodyPr>
          <a:lstStyle/>
          <a:p>
            <a:r>
              <a:rPr lang="en-US" altLang="ko-KR" dirty="0">
                <a:solidFill>
                  <a:schemeClr val="bg1"/>
                </a:solidFill>
              </a:rPr>
              <a:t>Part 4</a:t>
            </a:r>
            <a:endParaRPr lang="ko-KR" altLang="en-US" dirty="0">
              <a:solidFill>
                <a:schemeClr val="bg1"/>
              </a:solidFill>
            </a:endParaRPr>
          </a:p>
        </p:txBody>
      </p:sp>
      <p:sp>
        <p:nvSpPr>
          <p:cNvPr id="5" name="TextBox 4">
            <a:extLst>
              <a:ext uri="{FF2B5EF4-FFF2-40B4-BE49-F238E27FC236}">
                <a16:creationId xmlns:a16="http://schemas.microsoft.com/office/drawing/2014/main" id="{17140EBA-E174-6ABC-FB57-EBA9D600C7D1}"/>
              </a:ext>
            </a:extLst>
          </p:cNvPr>
          <p:cNvSpPr txBox="1"/>
          <p:nvPr/>
        </p:nvSpPr>
        <p:spPr>
          <a:xfrm>
            <a:off x="1779156" y="340617"/>
            <a:ext cx="2048959" cy="523220"/>
          </a:xfrm>
          <a:prstGeom prst="rect">
            <a:avLst/>
          </a:prstGeom>
          <a:noFill/>
        </p:spPr>
        <p:txBody>
          <a:bodyPr wrap="none" rtlCol="0">
            <a:spAutoFit/>
          </a:bodyPr>
          <a:lstStyle/>
          <a:p>
            <a:r>
              <a:rPr lang="en-US" altLang="ko-KR" sz="2800" b="1" dirty="0">
                <a:solidFill>
                  <a:schemeClr val="bg1"/>
                </a:solidFill>
              </a:rPr>
              <a:t>Conclusion</a:t>
            </a:r>
            <a:endParaRPr lang="ko-KR" altLang="en-US" sz="2800" b="1" dirty="0">
              <a:solidFill>
                <a:schemeClr val="bg1"/>
              </a:solidFill>
            </a:endParaRPr>
          </a:p>
        </p:txBody>
      </p:sp>
      <p:sp>
        <p:nvSpPr>
          <p:cNvPr id="21" name="타원 20">
            <a:extLst>
              <a:ext uri="{FF2B5EF4-FFF2-40B4-BE49-F238E27FC236}">
                <a16:creationId xmlns:a16="http://schemas.microsoft.com/office/drawing/2014/main" id="{9538B0D1-6CE6-DC0E-330A-1F4C354CFA1D}"/>
              </a:ext>
            </a:extLst>
          </p:cNvPr>
          <p:cNvSpPr/>
          <p:nvPr/>
        </p:nvSpPr>
        <p:spPr>
          <a:xfrm>
            <a:off x="4752622" y="1683837"/>
            <a:ext cx="2610796" cy="2610796"/>
          </a:xfrm>
          <a:prstGeom prst="ellipse">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7671445-736B-59A2-A980-EC16921B31A4}"/>
              </a:ext>
            </a:extLst>
          </p:cNvPr>
          <p:cNvSpPr/>
          <p:nvPr/>
        </p:nvSpPr>
        <p:spPr>
          <a:xfrm>
            <a:off x="3876900" y="3321651"/>
            <a:ext cx="2610796" cy="2610796"/>
          </a:xfrm>
          <a:prstGeom prst="ellipse">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38865BC-56DD-29F3-E093-FD44EE20A0E5}"/>
              </a:ext>
            </a:extLst>
          </p:cNvPr>
          <p:cNvSpPr/>
          <p:nvPr/>
        </p:nvSpPr>
        <p:spPr>
          <a:xfrm>
            <a:off x="5704303" y="3321651"/>
            <a:ext cx="2610796" cy="2610796"/>
          </a:xfrm>
          <a:prstGeom prst="ellipse">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a16="http://schemas.microsoft.com/office/drawing/2014/main" id="{2A80C1F0-1CB4-A34A-263E-5A86D00EAE94}"/>
              </a:ext>
            </a:extLst>
          </p:cNvPr>
          <p:cNvSpPr txBox="1"/>
          <p:nvPr/>
        </p:nvSpPr>
        <p:spPr>
          <a:xfrm>
            <a:off x="5164873" y="2456760"/>
            <a:ext cx="1862254" cy="369332"/>
          </a:xfrm>
          <a:prstGeom prst="rect">
            <a:avLst/>
          </a:prstGeom>
          <a:noFill/>
        </p:spPr>
        <p:txBody>
          <a:bodyPr wrap="square" rtlCol="0">
            <a:spAutoFit/>
          </a:bodyPr>
          <a:lstStyle/>
          <a:p>
            <a:pPr algn="ctr"/>
            <a:r>
              <a:rPr lang="en-US" altLang="ko-KR" dirty="0">
                <a:solidFill>
                  <a:schemeClr val="bg1"/>
                </a:solidFill>
              </a:rPr>
              <a:t>ResNet-18</a:t>
            </a:r>
            <a:endParaRPr lang="ko-KR" altLang="en-US" dirty="0">
              <a:solidFill>
                <a:schemeClr val="bg1"/>
              </a:solidFill>
            </a:endParaRPr>
          </a:p>
        </p:txBody>
      </p:sp>
      <p:sp>
        <p:nvSpPr>
          <p:cNvPr id="25" name="TextBox 24">
            <a:extLst>
              <a:ext uri="{FF2B5EF4-FFF2-40B4-BE49-F238E27FC236}">
                <a16:creationId xmlns:a16="http://schemas.microsoft.com/office/drawing/2014/main" id="{EEA49DCF-783B-BB03-C139-100AB66CF3BE}"/>
              </a:ext>
            </a:extLst>
          </p:cNvPr>
          <p:cNvSpPr txBox="1"/>
          <p:nvPr/>
        </p:nvSpPr>
        <p:spPr>
          <a:xfrm>
            <a:off x="3821495" y="4744208"/>
            <a:ext cx="1862254" cy="369332"/>
          </a:xfrm>
          <a:prstGeom prst="rect">
            <a:avLst/>
          </a:prstGeom>
          <a:noFill/>
        </p:spPr>
        <p:txBody>
          <a:bodyPr wrap="square" rtlCol="0">
            <a:spAutoFit/>
          </a:bodyPr>
          <a:lstStyle/>
          <a:p>
            <a:pPr algn="ctr"/>
            <a:r>
              <a:rPr lang="en-US" altLang="ko-KR" dirty="0" err="1">
                <a:solidFill>
                  <a:schemeClr val="bg1"/>
                </a:solidFill>
              </a:rPr>
              <a:t>Mixup</a:t>
            </a:r>
            <a:r>
              <a:rPr lang="en-US" altLang="ko-KR" dirty="0">
                <a:solidFill>
                  <a:schemeClr val="bg1"/>
                </a:solidFill>
              </a:rPr>
              <a:t> Training</a:t>
            </a:r>
            <a:endParaRPr lang="ko-KR" altLang="en-US" dirty="0">
              <a:solidFill>
                <a:schemeClr val="bg1"/>
              </a:solidFill>
            </a:endParaRPr>
          </a:p>
        </p:txBody>
      </p:sp>
      <p:sp>
        <p:nvSpPr>
          <p:cNvPr id="26" name="TextBox 25">
            <a:extLst>
              <a:ext uri="{FF2B5EF4-FFF2-40B4-BE49-F238E27FC236}">
                <a16:creationId xmlns:a16="http://schemas.microsoft.com/office/drawing/2014/main" id="{25CF2D7B-965A-0E12-27B9-30049ED502B9}"/>
              </a:ext>
            </a:extLst>
          </p:cNvPr>
          <p:cNvSpPr txBox="1"/>
          <p:nvPr/>
        </p:nvSpPr>
        <p:spPr>
          <a:xfrm>
            <a:off x="6487696" y="4744208"/>
            <a:ext cx="1862254" cy="369332"/>
          </a:xfrm>
          <a:prstGeom prst="rect">
            <a:avLst/>
          </a:prstGeom>
          <a:noFill/>
        </p:spPr>
        <p:txBody>
          <a:bodyPr wrap="square" rtlCol="0">
            <a:spAutoFit/>
          </a:bodyPr>
          <a:lstStyle/>
          <a:p>
            <a:pPr algn="ctr"/>
            <a:r>
              <a:rPr lang="en-US" altLang="ko-KR" dirty="0">
                <a:solidFill>
                  <a:schemeClr val="bg1"/>
                </a:solidFill>
              </a:rPr>
              <a:t>Lr-</a:t>
            </a:r>
            <a:r>
              <a:rPr lang="en-US" altLang="ko-KR" dirty="0" err="1">
                <a:solidFill>
                  <a:schemeClr val="bg1"/>
                </a:solidFill>
              </a:rPr>
              <a:t>shedular</a:t>
            </a:r>
            <a:endParaRPr lang="ko-KR" altLang="en-US" dirty="0">
              <a:solidFill>
                <a:schemeClr val="bg1"/>
              </a:solidFill>
            </a:endParaRPr>
          </a:p>
        </p:txBody>
      </p:sp>
      <p:sp>
        <p:nvSpPr>
          <p:cNvPr id="27" name="TextBox 26">
            <a:extLst>
              <a:ext uri="{FF2B5EF4-FFF2-40B4-BE49-F238E27FC236}">
                <a16:creationId xmlns:a16="http://schemas.microsoft.com/office/drawing/2014/main" id="{7560EDB9-6DC9-E2D9-D842-3ADB96406FA7}"/>
              </a:ext>
            </a:extLst>
          </p:cNvPr>
          <p:cNvSpPr txBox="1"/>
          <p:nvPr/>
        </p:nvSpPr>
        <p:spPr>
          <a:xfrm>
            <a:off x="5810415" y="3910095"/>
            <a:ext cx="838798" cy="338554"/>
          </a:xfrm>
          <a:prstGeom prst="rect">
            <a:avLst/>
          </a:prstGeom>
          <a:noFill/>
        </p:spPr>
        <p:txBody>
          <a:bodyPr wrap="square" rtlCol="0">
            <a:spAutoFit/>
          </a:bodyPr>
          <a:lstStyle/>
          <a:p>
            <a:r>
              <a:rPr lang="en-US" altLang="ko-KR" sz="1600" b="1" dirty="0">
                <a:solidFill>
                  <a:schemeClr val="bg1"/>
                </a:solidFill>
              </a:rPr>
              <a:t>95%</a:t>
            </a:r>
            <a:endParaRPr lang="ko-KR" altLang="en-US" sz="1600" b="1" dirty="0">
              <a:solidFill>
                <a:schemeClr val="bg1"/>
              </a:solidFill>
            </a:endParaRPr>
          </a:p>
        </p:txBody>
      </p:sp>
    </p:spTree>
    <p:extLst>
      <p:ext uri="{BB962C8B-B14F-4D97-AF65-F5344CB8AC3E}">
        <p14:creationId xmlns:p14="http://schemas.microsoft.com/office/powerpoint/2010/main" val="4077384387"/>
      </p:ext>
    </p:extLst>
  </p:cSld>
  <p:clrMapOvr>
    <a:masterClrMapping/>
  </p:clrMapOvr>
</p:sld>
</file>

<file path=ppt/theme/theme1.xml><?xml version="1.0" encoding="utf-8"?>
<a:theme xmlns:a="http://schemas.openxmlformats.org/drawingml/2006/main" name="Office 테마">
  <a:themeElements>
    <a:clrScheme name="따뜻한 파란색">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TotalTime>
  <Words>1270</Words>
  <Application>Microsoft Office PowerPoint</Application>
  <PresentationFormat>와이드스크린</PresentationFormat>
  <Paragraphs>160</Paragraphs>
  <Slides>14</Slides>
  <Notes>14</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14</vt:i4>
      </vt:variant>
    </vt:vector>
  </HeadingPairs>
  <TitlesOfParts>
    <vt:vector size="20" baseType="lpstr">
      <vt:lpstr>Arial</vt:lpstr>
      <vt:lpstr>Calibri</vt:lpstr>
      <vt:lpstr>Wingdings</vt:lpstr>
      <vt:lpstr>noto</vt:lpstr>
      <vt:lpstr>맑은 고딕</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양 승규</dc:creator>
  <cp:lastModifiedBy>양 승규</cp:lastModifiedBy>
  <cp:revision>10</cp:revision>
  <dcterms:created xsi:type="dcterms:W3CDTF">2023-03-23T02:42:19Z</dcterms:created>
  <dcterms:modified xsi:type="dcterms:W3CDTF">2023-06-11T08:03:52Z</dcterms:modified>
</cp:coreProperties>
</file>